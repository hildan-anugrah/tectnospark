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Roboto Bold" charset="1" panose="02000000000000000000"/>
      <p:regular r:id="rId19"/>
    </p:embeddedFont>
    <p:embeddedFont>
      <p:font typeface="Montserrat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25650" y="27427"/>
            <a:ext cx="5977748" cy="2002545"/>
          </a:xfrm>
          <a:custGeom>
            <a:avLst/>
            <a:gdLst/>
            <a:ahLst/>
            <a:cxnLst/>
            <a:rect r="r" b="b" t="t" l="l"/>
            <a:pathLst>
              <a:path h="2002545" w="5977748">
                <a:moveTo>
                  <a:pt x="0" y="0"/>
                </a:moveTo>
                <a:lnTo>
                  <a:pt x="5977748" y="0"/>
                </a:lnTo>
                <a:lnTo>
                  <a:pt x="5977748" y="2002546"/>
                </a:lnTo>
                <a:lnTo>
                  <a:pt x="0" y="2002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7131" y="3943021"/>
            <a:ext cx="10072534" cy="310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1"/>
              </a:lnSpc>
            </a:pPr>
            <a:r>
              <a:rPr lang="en-US" sz="10505" b="true">
                <a:solidFill>
                  <a:srgbClr val="9805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HORIZONU</a:t>
            </a:r>
          </a:p>
          <a:p>
            <a:pPr algn="l">
              <a:lnSpc>
                <a:spcPts val="12291"/>
              </a:lnSpc>
              <a:spcBef>
                <a:spcPct val="0"/>
              </a:spcBef>
            </a:pPr>
            <a:r>
              <a:rPr lang="en-US" sz="105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5706" y="3391812"/>
            <a:ext cx="2757872" cy="47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3"/>
              </a:lnSpc>
              <a:spcBef>
                <a:spcPct val="0"/>
              </a:spcBef>
            </a:pPr>
            <a:r>
              <a:rPr lang="en-US" sz="284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Nirwana 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5706" y="7227854"/>
            <a:ext cx="7173539" cy="55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sz="330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Web Solution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80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4393785" y="-4549297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-3087120" y="7441242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969465"/>
            <a:ext cx="18288000" cy="8317535"/>
            <a:chOff x="0" y="0"/>
            <a:chExt cx="4816593" cy="21906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190626"/>
            </a:xfrm>
            <a:custGeom>
              <a:avLst/>
              <a:gdLst/>
              <a:ahLst/>
              <a:cxnLst/>
              <a:rect r="r" b="b" t="t" l="l"/>
              <a:pathLst>
                <a:path h="21906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90626"/>
                  </a:lnTo>
                  <a:lnTo>
                    <a:pt x="0" y="2190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2238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12625" y="2300324"/>
            <a:ext cx="2667465" cy="3519964"/>
            <a:chOff x="0" y="0"/>
            <a:chExt cx="3556619" cy="469328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3359920"/>
              <a:ext cx="3556619" cy="892760"/>
              <a:chOff x="0" y="0"/>
              <a:chExt cx="1066152" cy="26761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66152" cy="267619"/>
              </a:xfrm>
              <a:custGeom>
                <a:avLst/>
                <a:gdLst/>
                <a:ahLst/>
                <a:cxnLst/>
                <a:rect r="r" b="b" t="t" l="l"/>
                <a:pathLst>
                  <a:path h="267619" w="1066152">
                    <a:moveTo>
                      <a:pt x="133508" y="0"/>
                    </a:moveTo>
                    <a:lnTo>
                      <a:pt x="932644" y="0"/>
                    </a:lnTo>
                    <a:cubicBezTo>
                      <a:pt x="968052" y="0"/>
                      <a:pt x="1002011" y="14066"/>
                      <a:pt x="1027048" y="39104"/>
                    </a:cubicBezTo>
                    <a:cubicBezTo>
                      <a:pt x="1052086" y="64141"/>
                      <a:pt x="1066152" y="98100"/>
                      <a:pt x="1066152" y="133508"/>
                    </a:cubicBezTo>
                    <a:lnTo>
                      <a:pt x="1066152" y="134110"/>
                    </a:lnTo>
                    <a:cubicBezTo>
                      <a:pt x="1066152" y="207845"/>
                      <a:pt x="1006378" y="267619"/>
                      <a:pt x="932644" y="267619"/>
                    </a:cubicBezTo>
                    <a:lnTo>
                      <a:pt x="133508" y="267619"/>
                    </a:lnTo>
                    <a:cubicBezTo>
                      <a:pt x="98100" y="267619"/>
                      <a:pt x="64141" y="253553"/>
                      <a:pt x="39104" y="228515"/>
                    </a:cubicBezTo>
                    <a:cubicBezTo>
                      <a:pt x="14066" y="203477"/>
                      <a:pt x="0" y="169519"/>
                      <a:pt x="0" y="134110"/>
                    </a:cubicBezTo>
                    <a:lnTo>
                      <a:pt x="0" y="133508"/>
                    </a:lnTo>
                    <a:cubicBezTo>
                      <a:pt x="0" y="98100"/>
                      <a:pt x="14066" y="64141"/>
                      <a:pt x="39104" y="39104"/>
                    </a:cubicBezTo>
                    <a:cubicBezTo>
                      <a:pt x="64141" y="14066"/>
                      <a:pt x="98100" y="0"/>
                      <a:pt x="133508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66152" cy="3057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Fhazar Raffiful </a:t>
                </a:r>
              </a:p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Aqyla</a:t>
                </a:r>
              </a:p>
            </p:txBody>
          </p:sp>
        </p:grpSp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223" t="0" r="223" b="0"/>
                </a:stretch>
              </a:blip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6991" y="4303480"/>
              <a:ext cx="2582637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Manager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59172" y="2677344"/>
            <a:ext cx="2667465" cy="3519964"/>
            <a:chOff x="0" y="0"/>
            <a:chExt cx="3556619" cy="469328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3359920"/>
              <a:ext cx="3556619" cy="892760"/>
              <a:chOff x="0" y="0"/>
              <a:chExt cx="1066152" cy="26761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66152" cy="267619"/>
              </a:xfrm>
              <a:custGeom>
                <a:avLst/>
                <a:gdLst/>
                <a:ahLst/>
                <a:cxnLst/>
                <a:rect r="r" b="b" t="t" l="l"/>
                <a:pathLst>
                  <a:path h="267619" w="1066152">
                    <a:moveTo>
                      <a:pt x="133508" y="0"/>
                    </a:moveTo>
                    <a:lnTo>
                      <a:pt x="932644" y="0"/>
                    </a:lnTo>
                    <a:cubicBezTo>
                      <a:pt x="968052" y="0"/>
                      <a:pt x="1002011" y="14066"/>
                      <a:pt x="1027048" y="39104"/>
                    </a:cubicBezTo>
                    <a:cubicBezTo>
                      <a:pt x="1052086" y="64141"/>
                      <a:pt x="1066152" y="98100"/>
                      <a:pt x="1066152" y="133508"/>
                    </a:cubicBezTo>
                    <a:lnTo>
                      <a:pt x="1066152" y="134110"/>
                    </a:lnTo>
                    <a:cubicBezTo>
                      <a:pt x="1066152" y="207845"/>
                      <a:pt x="1006378" y="267619"/>
                      <a:pt x="932644" y="267619"/>
                    </a:cubicBezTo>
                    <a:lnTo>
                      <a:pt x="133508" y="267619"/>
                    </a:lnTo>
                    <a:cubicBezTo>
                      <a:pt x="98100" y="267619"/>
                      <a:pt x="64141" y="253553"/>
                      <a:pt x="39104" y="228515"/>
                    </a:cubicBezTo>
                    <a:cubicBezTo>
                      <a:pt x="14066" y="203477"/>
                      <a:pt x="0" y="169519"/>
                      <a:pt x="0" y="134110"/>
                    </a:cubicBezTo>
                    <a:lnTo>
                      <a:pt x="0" y="133508"/>
                    </a:lnTo>
                    <a:cubicBezTo>
                      <a:pt x="0" y="98100"/>
                      <a:pt x="14066" y="64141"/>
                      <a:pt x="39104" y="39104"/>
                    </a:cubicBezTo>
                    <a:cubicBezTo>
                      <a:pt x="64141" y="14066"/>
                      <a:pt x="98100" y="0"/>
                      <a:pt x="133508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66152" cy="3057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Ferry Noer Hendriawan</a:t>
                </a:r>
              </a:p>
            </p:txBody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223" t="0" r="223" b="0"/>
                </a:stretch>
              </a:blip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1342" y="4303480"/>
              <a:ext cx="2853935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Frontend Developer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65965" y="2677344"/>
            <a:ext cx="2667465" cy="3519964"/>
            <a:chOff x="0" y="0"/>
            <a:chExt cx="3556619" cy="469328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3359920"/>
              <a:ext cx="3556619" cy="892760"/>
              <a:chOff x="0" y="0"/>
              <a:chExt cx="1066152" cy="26761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66152" cy="267619"/>
              </a:xfrm>
              <a:custGeom>
                <a:avLst/>
                <a:gdLst/>
                <a:ahLst/>
                <a:cxnLst/>
                <a:rect r="r" b="b" t="t" l="l"/>
                <a:pathLst>
                  <a:path h="267619" w="1066152">
                    <a:moveTo>
                      <a:pt x="133508" y="0"/>
                    </a:moveTo>
                    <a:lnTo>
                      <a:pt x="932644" y="0"/>
                    </a:lnTo>
                    <a:cubicBezTo>
                      <a:pt x="968052" y="0"/>
                      <a:pt x="1002011" y="14066"/>
                      <a:pt x="1027048" y="39104"/>
                    </a:cubicBezTo>
                    <a:cubicBezTo>
                      <a:pt x="1052086" y="64141"/>
                      <a:pt x="1066152" y="98100"/>
                      <a:pt x="1066152" y="133508"/>
                    </a:cubicBezTo>
                    <a:lnTo>
                      <a:pt x="1066152" y="134110"/>
                    </a:lnTo>
                    <a:cubicBezTo>
                      <a:pt x="1066152" y="207845"/>
                      <a:pt x="1006378" y="267619"/>
                      <a:pt x="932644" y="267619"/>
                    </a:cubicBezTo>
                    <a:lnTo>
                      <a:pt x="133508" y="267619"/>
                    </a:lnTo>
                    <a:cubicBezTo>
                      <a:pt x="98100" y="267619"/>
                      <a:pt x="64141" y="253553"/>
                      <a:pt x="39104" y="228515"/>
                    </a:cubicBezTo>
                    <a:cubicBezTo>
                      <a:pt x="14066" y="203477"/>
                      <a:pt x="0" y="169519"/>
                      <a:pt x="0" y="134110"/>
                    </a:cubicBezTo>
                    <a:lnTo>
                      <a:pt x="0" y="133508"/>
                    </a:lnTo>
                    <a:cubicBezTo>
                      <a:pt x="0" y="98100"/>
                      <a:pt x="14066" y="64141"/>
                      <a:pt x="39104" y="39104"/>
                    </a:cubicBezTo>
                    <a:cubicBezTo>
                      <a:pt x="64141" y="14066"/>
                      <a:pt x="98100" y="0"/>
                      <a:pt x="133508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66152" cy="3057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Hildan Anugrah Tamadi Putra</a:t>
                </a:r>
              </a:p>
            </p:txBody>
          </p:sp>
        </p:grpSp>
        <p:grpSp>
          <p:nvGrpSpPr>
            <p:cNvPr name="Group 29" id="29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223" t="0" r="223" b="0"/>
                </a:stretch>
              </a:blip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7599" y="4303480"/>
              <a:ext cx="2781421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 Developer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21146" y="6578905"/>
            <a:ext cx="2667465" cy="3303313"/>
            <a:chOff x="0" y="0"/>
            <a:chExt cx="3556619" cy="4404418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3359920"/>
              <a:ext cx="3556619" cy="603892"/>
              <a:chOff x="0" y="0"/>
              <a:chExt cx="1066152" cy="18102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66152" cy="181026"/>
              </a:xfrm>
              <a:custGeom>
                <a:avLst/>
                <a:gdLst/>
                <a:ahLst/>
                <a:cxnLst/>
                <a:rect r="r" b="b" t="t" l="l"/>
                <a:pathLst>
                  <a:path h="181026" w="1066152">
                    <a:moveTo>
                      <a:pt x="90513" y="0"/>
                    </a:moveTo>
                    <a:lnTo>
                      <a:pt x="975639" y="0"/>
                    </a:lnTo>
                    <a:cubicBezTo>
                      <a:pt x="999644" y="0"/>
                      <a:pt x="1022667" y="9536"/>
                      <a:pt x="1039641" y="26511"/>
                    </a:cubicBezTo>
                    <a:cubicBezTo>
                      <a:pt x="1056616" y="43485"/>
                      <a:pt x="1066152" y="66507"/>
                      <a:pt x="1066152" y="90513"/>
                    </a:cubicBezTo>
                    <a:lnTo>
                      <a:pt x="1066152" y="90513"/>
                    </a:lnTo>
                    <a:cubicBezTo>
                      <a:pt x="1066152" y="114518"/>
                      <a:pt x="1056616" y="137541"/>
                      <a:pt x="1039641" y="154515"/>
                    </a:cubicBezTo>
                    <a:cubicBezTo>
                      <a:pt x="1022667" y="171490"/>
                      <a:pt x="999644" y="181026"/>
                      <a:pt x="975639" y="181026"/>
                    </a:cubicBezTo>
                    <a:lnTo>
                      <a:pt x="90513" y="181026"/>
                    </a:lnTo>
                    <a:cubicBezTo>
                      <a:pt x="66507" y="181026"/>
                      <a:pt x="43485" y="171490"/>
                      <a:pt x="26511" y="154515"/>
                    </a:cubicBezTo>
                    <a:cubicBezTo>
                      <a:pt x="9536" y="137541"/>
                      <a:pt x="0" y="114518"/>
                      <a:pt x="0" y="90513"/>
                    </a:cubicBezTo>
                    <a:lnTo>
                      <a:pt x="0" y="90513"/>
                    </a:lnTo>
                    <a:cubicBezTo>
                      <a:pt x="0" y="66507"/>
                      <a:pt x="9536" y="43485"/>
                      <a:pt x="26511" y="26511"/>
                    </a:cubicBezTo>
                    <a:cubicBezTo>
                      <a:pt x="43485" y="9536"/>
                      <a:pt x="66507" y="0"/>
                      <a:pt x="90513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66152" cy="21912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Fadel Rahmadhan</a:t>
                </a:r>
              </a:p>
            </p:txBody>
          </p:sp>
        </p:grpSp>
        <p:grpSp>
          <p:nvGrpSpPr>
            <p:cNvPr name="Group 38" id="38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223" t="0" r="223" b="0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543552" y="4014612"/>
              <a:ext cx="2469515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 Assurance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12625" y="6388405"/>
            <a:ext cx="2667465" cy="3303882"/>
            <a:chOff x="0" y="0"/>
            <a:chExt cx="3556619" cy="440517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3359920"/>
              <a:ext cx="3556619" cy="603892"/>
              <a:chOff x="0" y="0"/>
              <a:chExt cx="1066152" cy="18102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66152" cy="181026"/>
              </a:xfrm>
              <a:custGeom>
                <a:avLst/>
                <a:gdLst/>
                <a:ahLst/>
                <a:cxnLst/>
                <a:rect r="r" b="b" t="t" l="l"/>
                <a:pathLst>
                  <a:path h="181026" w="1066152">
                    <a:moveTo>
                      <a:pt x="90513" y="0"/>
                    </a:moveTo>
                    <a:lnTo>
                      <a:pt x="975639" y="0"/>
                    </a:lnTo>
                    <a:cubicBezTo>
                      <a:pt x="999644" y="0"/>
                      <a:pt x="1022667" y="9536"/>
                      <a:pt x="1039641" y="26511"/>
                    </a:cubicBezTo>
                    <a:cubicBezTo>
                      <a:pt x="1056616" y="43485"/>
                      <a:pt x="1066152" y="66507"/>
                      <a:pt x="1066152" y="90513"/>
                    </a:cubicBezTo>
                    <a:lnTo>
                      <a:pt x="1066152" y="90513"/>
                    </a:lnTo>
                    <a:cubicBezTo>
                      <a:pt x="1066152" y="114518"/>
                      <a:pt x="1056616" y="137541"/>
                      <a:pt x="1039641" y="154515"/>
                    </a:cubicBezTo>
                    <a:cubicBezTo>
                      <a:pt x="1022667" y="171490"/>
                      <a:pt x="999644" y="181026"/>
                      <a:pt x="975639" y="181026"/>
                    </a:cubicBezTo>
                    <a:lnTo>
                      <a:pt x="90513" y="181026"/>
                    </a:lnTo>
                    <a:cubicBezTo>
                      <a:pt x="66507" y="181026"/>
                      <a:pt x="43485" y="171490"/>
                      <a:pt x="26511" y="154515"/>
                    </a:cubicBezTo>
                    <a:cubicBezTo>
                      <a:pt x="9536" y="137541"/>
                      <a:pt x="0" y="114518"/>
                      <a:pt x="0" y="90513"/>
                    </a:cubicBezTo>
                    <a:lnTo>
                      <a:pt x="0" y="90513"/>
                    </a:lnTo>
                    <a:cubicBezTo>
                      <a:pt x="0" y="66507"/>
                      <a:pt x="9536" y="43485"/>
                      <a:pt x="26511" y="26511"/>
                    </a:cubicBezTo>
                    <a:cubicBezTo>
                      <a:pt x="43485" y="9536"/>
                      <a:pt x="66507" y="0"/>
                      <a:pt x="90513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066152" cy="21912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Daffa Nazriel Zaidan</a:t>
                </a:r>
              </a:p>
            </p:txBody>
          </p:sp>
        </p:grpSp>
        <p:grpSp>
          <p:nvGrpSpPr>
            <p:cNvPr name="Group 47" id="47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223" t="0" r="223" b="0"/>
                </a:stretch>
              </a:blip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702684" y="4015371"/>
              <a:ext cx="2243270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UI/UX Designer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499390" y="6578905"/>
            <a:ext cx="2667465" cy="3303882"/>
            <a:chOff x="0" y="0"/>
            <a:chExt cx="3556619" cy="4405177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3359920"/>
              <a:ext cx="3556619" cy="603892"/>
              <a:chOff x="0" y="0"/>
              <a:chExt cx="1066152" cy="181026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66152" cy="181026"/>
              </a:xfrm>
              <a:custGeom>
                <a:avLst/>
                <a:gdLst/>
                <a:ahLst/>
                <a:cxnLst/>
                <a:rect r="r" b="b" t="t" l="l"/>
                <a:pathLst>
                  <a:path h="181026" w="1066152">
                    <a:moveTo>
                      <a:pt x="90513" y="0"/>
                    </a:moveTo>
                    <a:lnTo>
                      <a:pt x="975639" y="0"/>
                    </a:lnTo>
                    <a:cubicBezTo>
                      <a:pt x="999644" y="0"/>
                      <a:pt x="1022667" y="9536"/>
                      <a:pt x="1039641" y="26511"/>
                    </a:cubicBezTo>
                    <a:cubicBezTo>
                      <a:pt x="1056616" y="43485"/>
                      <a:pt x="1066152" y="66507"/>
                      <a:pt x="1066152" y="90513"/>
                    </a:cubicBezTo>
                    <a:lnTo>
                      <a:pt x="1066152" y="90513"/>
                    </a:lnTo>
                    <a:cubicBezTo>
                      <a:pt x="1066152" y="114518"/>
                      <a:pt x="1056616" y="137541"/>
                      <a:pt x="1039641" y="154515"/>
                    </a:cubicBezTo>
                    <a:cubicBezTo>
                      <a:pt x="1022667" y="171490"/>
                      <a:pt x="999644" y="181026"/>
                      <a:pt x="975639" y="181026"/>
                    </a:cubicBezTo>
                    <a:lnTo>
                      <a:pt x="90513" y="181026"/>
                    </a:lnTo>
                    <a:cubicBezTo>
                      <a:pt x="66507" y="181026"/>
                      <a:pt x="43485" y="171490"/>
                      <a:pt x="26511" y="154515"/>
                    </a:cubicBezTo>
                    <a:cubicBezTo>
                      <a:pt x="9536" y="137541"/>
                      <a:pt x="0" y="114518"/>
                      <a:pt x="0" y="90513"/>
                    </a:cubicBezTo>
                    <a:lnTo>
                      <a:pt x="0" y="90513"/>
                    </a:lnTo>
                    <a:cubicBezTo>
                      <a:pt x="0" y="66507"/>
                      <a:pt x="9536" y="43485"/>
                      <a:pt x="26511" y="26511"/>
                    </a:cubicBezTo>
                    <a:cubicBezTo>
                      <a:pt x="43485" y="9536"/>
                      <a:pt x="66507" y="0"/>
                      <a:pt x="90513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066152" cy="21912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b="true" sz="1800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Acep Ugan Saputra</a:t>
                </a:r>
              </a:p>
            </p:txBody>
          </p:sp>
        </p:grpSp>
        <p:grpSp>
          <p:nvGrpSpPr>
            <p:cNvPr name="Group 56" id="56"/>
            <p:cNvGrpSpPr>
              <a:grpSpLocks noChangeAspect="true"/>
            </p:cNvGrpSpPr>
            <p:nvPr/>
          </p:nvGrpSpPr>
          <p:grpSpPr>
            <a:xfrm rot="0">
              <a:off x="164533" y="0"/>
              <a:ext cx="3227553" cy="3227553"/>
              <a:chOff x="0" y="0"/>
              <a:chExt cx="14840029" cy="14840029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-33258" y="-75"/>
                <a:ext cx="14906544" cy="14840178"/>
              </a:xfrm>
              <a:custGeom>
                <a:avLst/>
                <a:gdLst/>
                <a:ahLst/>
                <a:cxnLst/>
                <a:rect r="r" b="b" t="t" l="l"/>
                <a:pathLst>
                  <a:path h="14840178" w="14906544">
                    <a:moveTo>
                      <a:pt x="7453273" y="75"/>
                    </a:moveTo>
                    <a:cubicBezTo>
                      <a:pt x="4794451" y="-11816"/>
                      <a:pt x="2332496" y="1399825"/>
                      <a:pt x="999642" y="3700470"/>
                    </a:cubicBezTo>
                    <a:cubicBezTo>
                      <a:pt x="-333213" y="6001115"/>
                      <a:pt x="-333213" y="8839064"/>
                      <a:pt x="999642" y="11139709"/>
                    </a:cubicBezTo>
                    <a:cubicBezTo>
                      <a:pt x="2332496" y="13440354"/>
                      <a:pt x="4794451" y="14851995"/>
                      <a:pt x="7453273" y="14840104"/>
                    </a:cubicBezTo>
                    <a:cubicBezTo>
                      <a:pt x="10112093" y="14851995"/>
                      <a:pt x="12574049" y="13440354"/>
                      <a:pt x="13906904" y="11139709"/>
                    </a:cubicBezTo>
                    <a:cubicBezTo>
                      <a:pt x="15239758" y="8839064"/>
                      <a:pt x="15239758" y="6001115"/>
                      <a:pt x="13906904" y="3700470"/>
                    </a:cubicBezTo>
                    <a:cubicBezTo>
                      <a:pt x="12574049" y="1399825"/>
                      <a:pt x="10112093" y="-11816"/>
                      <a:pt x="7453273" y="75"/>
                    </a:cubicBezTo>
                    <a:close/>
                  </a:path>
                </a:pathLst>
              </a:custGeom>
              <a:solidFill>
                <a:srgbClr val="980517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168022" y="200309"/>
                <a:ext cx="14503985" cy="14439411"/>
              </a:xfrm>
              <a:custGeom>
                <a:avLst/>
                <a:gdLst/>
                <a:ahLst/>
                <a:cxnLst/>
                <a:rect r="r" b="b" t="t" l="l"/>
                <a:pathLst>
                  <a:path h="14439411" w="14503985">
                    <a:moveTo>
                      <a:pt x="7251993" y="73"/>
                    </a:moveTo>
                    <a:cubicBezTo>
                      <a:pt x="4664974" y="-11497"/>
                      <a:pt x="2269506" y="1362022"/>
                      <a:pt x="972645" y="3600537"/>
                    </a:cubicBezTo>
                    <a:cubicBezTo>
                      <a:pt x="-324215" y="5839051"/>
                      <a:pt x="-324215" y="8600360"/>
                      <a:pt x="972645" y="10838875"/>
                    </a:cubicBezTo>
                    <a:cubicBezTo>
                      <a:pt x="2269506" y="13077389"/>
                      <a:pt x="4664974" y="14450908"/>
                      <a:pt x="7251993" y="14439338"/>
                    </a:cubicBezTo>
                    <a:cubicBezTo>
                      <a:pt x="9839011" y="14450908"/>
                      <a:pt x="12234479" y="13077389"/>
                      <a:pt x="13531340" y="10838875"/>
                    </a:cubicBezTo>
                    <a:cubicBezTo>
                      <a:pt x="14828201" y="8600360"/>
                      <a:pt x="14828201" y="5839051"/>
                      <a:pt x="13531340" y="3600537"/>
                    </a:cubicBezTo>
                    <a:cubicBezTo>
                      <a:pt x="12234479" y="1362022"/>
                      <a:pt x="9839011" y="-11497"/>
                      <a:pt x="7251993" y="73"/>
                    </a:cubicBezTo>
                    <a:close/>
                  </a:path>
                </a:pathLst>
              </a:custGeom>
              <a:solidFill>
                <a:srgbClr val="8D2423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531276" y="561946"/>
                <a:ext cx="13777477" cy="13716137"/>
              </a:xfrm>
              <a:custGeom>
                <a:avLst/>
                <a:gdLst/>
                <a:ahLst/>
                <a:cxnLst/>
                <a:rect r="r" b="b" t="t" l="l"/>
                <a:pathLst>
                  <a:path h="13716137" w="13777477">
                    <a:moveTo>
                      <a:pt x="6888739" y="68"/>
                    </a:moveTo>
                    <a:cubicBezTo>
                      <a:pt x="4431305" y="-10922"/>
                      <a:pt x="2155826" y="1293797"/>
                      <a:pt x="923925" y="3420184"/>
                    </a:cubicBezTo>
                    <a:cubicBezTo>
                      <a:pt x="-307975" y="5546571"/>
                      <a:pt x="-307975" y="8169565"/>
                      <a:pt x="923925" y="10295952"/>
                    </a:cubicBezTo>
                    <a:cubicBezTo>
                      <a:pt x="2155826" y="12422339"/>
                      <a:pt x="4431305" y="13727058"/>
                      <a:pt x="6888739" y="13716068"/>
                    </a:cubicBezTo>
                    <a:cubicBezTo>
                      <a:pt x="9346172" y="13727058"/>
                      <a:pt x="11621651" y="12422339"/>
                      <a:pt x="12853552" y="10295952"/>
                    </a:cubicBezTo>
                    <a:cubicBezTo>
                      <a:pt x="14085452" y="8169565"/>
                      <a:pt x="14085452" y="5546571"/>
                      <a:pt x="12853552" y="3420184"/>
                    </a:cubicBezTo>
                    <a:cubicBezTo>
                      <a:pt x="11621651" y="1293797"/>
                      <a:pt x="9346172" y="-10922"/>
                      <a:pt x="6888739" y="68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223" t="0" r="223" b="0"/>
                </a:stretch>
              </a:blipFill>
            </p:spPr>
          </p:sp>
        </p:grpSp>
        <p:sp>
          <p:nvSpPr>
            <p:cNvPr name="TextBox 60" id="60"/>
            <p:cNvSpPr txBox="true"/>
            <p:nvPr/>
          </p:nvSpPr>
          <p:spPr>
            <a:xfrm rot="0">
              <a:off x="702684" y="4015371"/>
              <a:ext cx="2243270" cy="389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7"/>
                </a:lnSpc>
              </a:pPr>
              <a:r>
                <a:rPr lang="en-US" sz="1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System Analyst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427080" y="523376"/>
            <a:ext cx="543384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Our 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850011" y="3007144"/>
            <a:ext cx="0" cy="26414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08692" y="3462677"/>
            <a:ext cx="1501753" cy="1501753"/>
          </a:xfrm>
          <a:custGeom>
            <a:avLst/>
            <a:gdLst/>
            <a:ahLst/>
            <a:cxnLst/>
            <a:rect r="r" b="b" t="t" l="l"/>
            <a:pathLst>
              <a:path h="1501753" w="1501753">
                <a:moveTo>
                  <a:pt x="0" y="0"/>
                </a:moveTo>
                <a:lnTo>
                  <a:pt x="1501753" y="0"/>
                </a:lnTo>
                <a:lnTo>
                  <a:pt x="1501753" y="1501753"/>
                </a:lnTo>
                <a:lnTo>
                  <a:pt x="0" y="1501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8692" y="2535577"/>
            <a:ext cx="631428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</a:t>
            </a:r>
            <a:r>
              <a:rPr lang="en-US" b="true" sz="39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ness/Organization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0781" y="3563541"/>
            <a:ext cx="6960130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epartment of Finance at Horizon University Indonesia, focusing on uniform inventory management and student uniform distribution.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6060" y="327898"/>
            <a:ext cx="13775880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Identity &amp; Object of Observation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40611" y="3007144"/>
            <a:ext cx="4691380" cy="4691380"/>
            <a:chOff x="0" y="0"/>
            <a:chExt cx="6255173" cy="625517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255173" cy="6255173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8051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59267" y="278730"/>
              <a:ext cx="5719471" cy="5722644"/>
              <a:chOff x="0" y="0"/>
              <a:chExt cx="6489360" cy="64929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489446" cy="6493002"/>
              </a:xfrm>
              <a:custGeom>
                <a:avLst/>
                <a:gdLst/>
                <a:ahLst/>
                <a:cxnLst/>
                <a:rect r="r" b="b" t="t" l="l"/>
                <a:pathLst>
                  <a:path h="6493002" w="6489446">
                    <a:moveTo>
                      <a:pt x="3244723" y="6493002"/>
                    </a:moveTo>
                    <a:cubicBezTo>
                      <a:pt x="3221863" y="6493002"/>
                      <a:pt x="3206623" y="6470142"/>
                      <a:pt x="3206623" y="6454902"/>
                    </a:cubicBezTo>
                    <a:cubicBezTo>
                      <a:pt x="3206623" y="6432042"/>
                      <a:pt x="3221863" y="6416802"/>
                      <a:pt x="3244723" y="6416802"/>
                    </a:cubicBezTo>
                    <a:cubicBezTo>
                      <a:pt x="3252343" y="6416802"/>
                      <a:pt x="3252343" y="6416802"/>
                      <a:pt x="3252343" y="6416802"/>
                    </a:cubicBezTo>
                    <a:cubicBezTo>
                      <a:pt x="3275203" y="6416802"/>
                      <a:pt x="3290443" y="6432042"/>
                      <a:pt x="3290443" y="6454902"/>
                    </a:cubicBezTo>
                    <a:cubicBezTo>
                      <a:pt x="3290443" y="6470142"/>
                      <a:pt x="3275203" y="6493002"/>
                      <a:pt x="3252343" y="6493002"/>
                    </a:cubicBezTo>
                    <a:cubicBezTo>
                      <a:pt x="3252343" y="6493002"/>
                      <a:pt x="3252343" y="6493002"/>
                      <a:pt x="3244723" y="6493002"/>
                    </a:cubicBezTo>
                    <a:close/>
                    <a:moveTo>
                      <a:pt x="3023870" y="6485382"/>
                    </a:moveTo>
                    <a:cubicBezTo>
                      <a:pt x="3008630" y="6477762"/>
                      <a:pt x="2993390" y="6462522"/>
                      <a:pt x="2993390" y="6439662"/>
                    </a:cubicBezTo>
                    <a:cubicBezTo>
                      <a:pt x="2993390" y="6424422"/>
                      <a:pt x="3008630" y="6409182"/>
                      <a:pt x="3031490" y="6409182"/>
                    </a:cubicBezTo>
                    <a:cubicBezTo>
                      <a:pt x="3054350" y="6409182"/>
                      <a:pt x="3069590" y="6424422"/>
                      <a:pt x="3069590" y="6447282"/>
                    </a:cubicBezTo>
                    <a:cubicBezTo>
                      <a:pt x="3069590" y="6470142"/>
                      <a:pt x="3046730" y="6485382"/>
                      <a:pt x="3031490" y="6485382"/>
                    </a:cubicBezTo>
                    <a:cubicBezTo>
                      <a:pt x="3031490" y="6485382"/>
                      <a:pt x="3031490" y="6485382"/>
                      <a:pt x="3023870" y="6485382"/>
                    </a:cubicBezTo>
                    <a:close/>
                    <a:moveTo>
                      <a:pt x="3427603" y="6447282"/>
                    </a:moveTo>
                    <a:cubicBezTo>
                      <a:pt x="3427603" y="6424422"/>
                      <a:pt x="3442843" y="6409182"/>
                      <a:pt x="3465703" y="6409182"/>
                    </a:cubicBezTo>
                    <a:cubicBezTo>
                      <a:pt x="3480943" y="6401562"/>
                      <a:pt x="3503803" y="6424422"/>
                      <a:pt x="3503803" y="6439662"/>
                    </a:cubicBezTo>
                    <a:cubicBezTo>
                      <a:pt x="3503803" y="6462522"/>
                      <a:pt x="3488563" y="6477762"/>
                      <a:pt x="3465703" y="6485382"/>
                    </a:cubicBezTo>
                    <a:cubicBezTo>
                      <a:pt x="3442843" y="6485382"/>
                      <a:pt x="3427603" y="6470142"/>
                      <a:pt x="3427603" y="6447282"/>
                    </a:cubicBezTo>
                    <a:close/>
                    <a:moveTo>
                      <a:pt x="2810637" y="6462522"/>
                    </a:moveTo>
                    <a:cubicBezTo>
                      <a:pt x="2787777" y="6454902"/>
                      <a:pt x="2772537" y="6439662"/>
                      <a:pt x="2780157" y="6416802"/>
                    </a:cubicBezTo>
                    <a:cubicBezTo>
                      <a:pt x="2780157" y="6401562"/>
                      <a:pt x="2803017" y="6386322"/>
                      <a:pt x="2818257" y="6386322"/>
                    </a:cubicBezTo>
                    <a:cubicBezTo>
                      <a:pt x="2841117" y="6386322"/>
                      <a:pt x="2856357" y="6409182"/>
                      <a:pt x="2856357" y="6432042"/>
                    </a:cubicBezTo>
                    <a:cubicBezTo>
                      <a:pt x="2848737" y="6447282"/>
                      <a:pt x="2833497" y="6462522"/>
                      <a:pt x="2818257" y="6462522"/>
                    </a:cubicBezTo>
                    <a:cubicBezTo>
                      <a:pt x="2818257" y="6462522"/>
                      <a:pt x="2810637" y="6462522"/>
                      <a:pt x="2810637" y="6462522"/>
                    </a:cubicBezTo>
                    <a:close/>
                    <a:moveTo>
                      <a:pt x="3640836" y="6424422"/>
                    </a:moveTo>
                    <a:cubicBezTo>
                      <a:pt x="3640836" y="6409182"/>
                      <a:pt x="3656076" y="6386322"/>
                      <a:pt x="3671316" y="6386322"/>
                    </a:cubicBezTo>
                    <a:cubicBezTo>
                      <a:pt x="3694176" y="6378702"/>
                      <a:pt x="3709416" y="6393942"/>
                      <a:pt x="3717036" y="6416802"/>
                    </a:cubicBezTo>
                    <a:cubicBezTo>
                      <a:pt x="3717036" y="6439662"/>
                      <a:pt x="3701796" y="6454902"/>
                      <a:pt x="3686556" y="6462522"/>
                    </a:cubicBezTo>
                    <a:cubicBezTo>
                      <a:pt x="3678936" y="6462522"/>
                      <a:pt x="3678936" y="6462522"/>
                      <a:pt x="3678936" y="6462522"/>
                    </a:cubicBezTo>
                    <a:cubicBezTo>
                      <a:pt x="3656076" y="6462522"/>
                      <a:pt x="3640836" y="6447282"/>
                      <a:pt x="3640836" y="6424422"/>
                    </a:cubicBezTo>
                    <a:close/>
                    <a:moveTo>
                      <a:pt x="2597404" y="6424422"/>
                    </a:moveTo>
                    <a:cubicBezTo>
                      <a:pt x="2574544" y="6424422"/>
                      <a:pt x="2566924" y="6401562"/>
                      <a:pt x="2566924" y="6378702"/>
                    </a:cubicBezTo>
                    <a:cubicBezTo>
                      <a:pt x="2574544" y="6363462"/>
                      <a:pt x="2589784" y="6348222"/>
                      <a:pt x="2612644" y="6348222"/>
                    </a:cubicBezTo>
                    <a:cubicBezTo>
                      <a:pt x="2635504" y="6355842"/>
                      <a:pt x="2650744" y="6378702"/>
                      <a:pt x="2643124" y="6393942"/>
                    </a:cubicBezTo>
                    <a:cubicBezTo>
                      <a:pt x="2635504" y="6416802"/>
                      <a:pt x="2620264" y="6424422"/>
                      <a:pt x="2605024" y="6424422"/>
                    </a:cubicBezTo>
                    <a:cubicBezTo>
                      <a:pt x="2605024" y="6424422"/>
                      <a:pt x="2597404" y="6424422"/>
                      <a:pt x="2597404" y="6424422"/>
                    </a:cubicBezTo>
                    <a:close/>
                    <a:moveTo>
                      <a:pt x="3854196" y="6393942"/>
                    </a:moveTo>
                    <a:cubicBezTo>
                      <a:pt x="3846576" y="6371082"/>
                      <a:pt x="3861816" y="6355842"/>
                      <a:pt x="3884676" y="6348222"/>
                    </a:cubicBezTo>
                    <a:cubicBezTo>
                      <a:pt x="3899916" y="6348222"/>
                      <a:pt x="3922776" y="6355842"/>
                      <a:pt x="3930396" y="6378702"/>
                    </a:cubicBezTo>
                    <a:cubicBezTo>
                      <a:pt x="3930396" y="6401562"/>
                      <a:pt x="3915156" y="6416802"/>
                      <a:pt x="3899916" y="6424422"/>
                    </a:cubicBezTo>
                    <a:cubicBezTo>
                      <a:pt x="3892296" y="6424422"/>
                      <a:pt x="3892296" y="6424422"/>
                      <a:pt x="3892296" y="6424422"/>
                    </a:cubicBezTo>
                    <a:cubicBezTo>
                      <a:pt x="3869436" y="6424422"/>
                      <a:pt x="3854196" y="6409182"/>
                      <a:pt x="3854196" y="6393942"/>
                    </a:cubicBezTo>
                    <a:close/>
                    <a:moveTo>
                      <a:pt x="2384171" y="6378702"/>
                    </a:moveTo>
                    <a:cubicBezTo>
                      <a:pt x="2368931" y="6371082"/>
                      <a:pt x="2353691" y="6348222"/>
                      <a:pt x="2361311" y="6325362"/>
                    </a:cubicBezTo>
                    <a:cubicBezTo>
                      <a:pt x="2368931" y="6310122"/>
                      <a:pt x="2384171" y="6294882"/>
                      <a:pt x="2407031" y="6302502"/>
                    </a:cubicBezTo>
                    <a:cubicBezTo>
                      <a:pt x="2429891" y="6310122"/>
                      <a:pt x="2437511" y="6325362"/>
                      <a:pt x="2437511" y="6348222"/>
                    </a:cubicBezTo>
                    <a:cubicBezTo>
                      <a:pt x="2429891" y="6363462"/>
                      <a:pt x="2414651" y="6378702"/>
                      <a:pt x="2399411" y="6378702"/>
                    </a:cubicBezTo>
                    <a:cubicBezTo>
                      <a:pt x="2391791" y="6378702"/>
                      <a:pt x="2391791" y="6378702"/>
                      <a:pt x="2384171" y="6378702"/>
                    </a:cubicBezTo>
                    <a:close/>
                    <a:moveTo>
                      <a:pt x="4059809" y="6348222"/>
                    </a:moveTo>
                    <a:cubicBezTo>
                      <a:pt x="4052189" y="6325362"/>
                      <a:pt x="4067429" y="6302502"/>
                      <a:pt x="4090289" y="6302502"/>
                    </a:cubicBezTo>
                    <a:cubicBezTo>
                      <a:pt x="4105529" y="6294882"/>
                      <a:pt x="4128389" y="6302502"/>
                      <a:pt x="4136009" y="6325362"/>
                    </a:cubicBezTo>
                    <a:cubicBezTo>
                      <a:pt x="4143629" y="6348222"/>
                      <a:pt x="4128389" y="6371082"/>
                      <a:pt x="4105529" y="6371082"/>
                    </a:cubicBezTo>
                    <a:cubicBezTo>
                      <a:pt x="4105529" y="6371082"/>
                      <a:pt x="4097909" y="6371082"/>
                      <a:pt x="4097909" y="6371082"/>
                    </a:cubicBezTo>
                    <a:cubicBezTo>
                      <a:pt x="4082669" y="6371082"/>
                      <a:pt x="4067429" y="6363462"/>
                      <a:pt x="4059809" y="6348222"/>
                    </a:cubicBezTo>
                    <a:close/>
                    <a:moveTo>
                      <a:pt x="2178558" y="6310122"/>
                    </a:moveTo>
                    <a:cubicBezTo>
                      <a:pt x="2163318" y="6302502"/>
                      <a:pt x="2148078" y="6279642"/>
                      <a:pt x="2155698" y="6264402"/>
                    </a:cubicBezTo>
                    <a:cubicBezTo>
                      <a:pt x="2163318" y="6241542"/>
                      <a:pt x="2186178" y="6233922"/>
                      <a:pt x="2209038" y="6241542"/>
                    </a:cubicBezTo>
                    <a:cubicBezTo>
                      <a:pt x="2224278" y="6249162"/>
                      <a:pt x="2239518" y="6264402"/>
                      <a:pt x="2231898" y="6287262"/>
                    </a:cubicBezTo>
                    <a:cubicBezTo>
                      <a:pt x="2224278" y="6302502"/>
                      <a:pt x="2209038" y="6310122"/>
                      <a:pt x="2193798" y="6310122"/>
                    </a:cubicBezTo>
                    <a:cubicBezTo>
                      <a:pt x="2186178" y="6310122"/>
                      <a:pt x="2186178" y="6310122"/>
                      <a:pt x="2178558" y="6310122"/>
                    </a:cubicBezTo>
                    <a:close/>
                    <a:moveTo>
                      <a:pt x="4265549" y="6287262"/>
                    </a:moveTo>
                    <a:cubicBezTo>
                      <a:pt x="4257929" y="6264402"/>
                      <a:pt x="4273169" y="6241542"/>
                      <a:pt x="4288409" y="6233922"/>
                    </a:cubicBezTo>
                    <a:cubicBezTo>
                      <a:pt x="4311269" y="6226302"/>
                      <a:pt x="4334129" y="6241542"/>
                      <a:pt x="4341749" y="6256782"/>
                    </a:cubicBezTo>
                    <a:cubicBezTo>
                      <a:pt x="4341749" y="6279642"/>
                      <a:pt x="4334129" y="6302502"/>
                      <a:pt x="4311269" y="6310122"/>
                    </a:cubicBezTo>
                    <a:cubicBezTo>
                      <a:pt x="4311269" y="6310122"/>
                      <a:pt x="4303649" y="6310122"/>
                      <a:pt x="4303649" y="6310122"/>
                    </a:cubicBezTo>
                    <a:cubicBezTo>
                      <a:pt x="4288409" y="6310122"/>
                      <a:pt x="4273169" y="6302502"/>
                      <a:pt x="4265549" y="6287262"/>
                    </a:cubicBezTo>
                    <a:close/>
                    <a:moveTo>
                      <a:pt x="1980565" y="6233922"/>
                    </a:moveTo>
                    <a:cubicBezTo>
                      <a:pt x="1957705" y="6226302"/>
                      <a:pt x="1950085" y="6203442"/>
                      <a:pt x="1957705" y="6180582"/>
                    </a:cubicBezTo>
                    <a:cubicBezTo>
                      <a:pt x="1965325" y="6165342"/>
                      <a:pt x="1988185" y="6157722"/>
                      <a:pt x="2011045" y="6165342"/>
                    </a:cubicBezTo>
                    <a:cubicBezTo>
                      <a:pt x="2026285" y="6172962"/>
                      <a:pt x="2033905" y="6195822"/>
                      <a:pt x="2026285" y="6211062"/>
                    </a:cubicBezTo>
                    <a:cubicBezTo>
                      <a:pt x="2018665" y="6226302"/>
                      <a:pt x="2011045" y="6233922"/>
                      <a:pt x="1995805" y="6233922"/>
                    </a:cubicBezTo>
                    <a:cubicBezTo>
                      <a:pt x="1988185" y="6233922"/>
                      <a:pt x="1980565" y="6233922"/>
                      <a:pt x="1980565" y="6233922"/>
                    </a:cubicBezTo>
                    <a:close/>
                    <a:moveTo>
                      <a:pt x="4463542" y="6211062"/>
                    </a:moveTo>
                    <a:cubicBezTo>
                      <a:pt x="4455922" y="6188202"/>
                      <a:pt x="4463542" y="6165342"/>
                      <a:pt x="4486402" y="6157722"/>
                    </a:cubicBezTo>
                    <a:cubicBezTo>
                      <a:pt x="4509262" y="6150102"/>
                      <a:pt x="4524502" y="6157722"/>
                      <a:pt x="4539742" y="6180582"/>
                    </a:cubicBezTo>
                    <a:cubicBezTo>
                      <a:pt x="4547362" y="6195822"/>
                      <a:pt x="4532122" y="6218682"/>
                      <a:pt x="4516882" y="6226302"/>
                    </a:cubicBezTo>
                    <a:cubicBezTo>
                      <a:pt x="4509262" y="6233922"/>
                      <a:pt x="4509262" y="6233922"/>
                      <a:pt x="4501642" y="6233922"/>
                    </a:cubicBezTo>
                    <a:cubicBezTo>
                      <a:pt x="4486402" y="6233922"/>
                      <a:pt x="4471162" y="6226302"/>
                      <a:pt x="4463542" y="6211062"/>
                    </a:cubicBezTo>
                    <a:close/>
                    <a:moveTo>
                      <a:pt x="1782445" y="6142482"/>
                    </a:moveTo>
                    <a:cubicBezTo>
                      <a:pt x="1759585" y="6134862"/>
                      <a:pt x="1751965" y="6112002"/>
                      <a:pt x="1767205" y="6089142"/>
                    </a:cubicBezTo>
                    <a:cubicBezTo>
                      <a:pt x="1774825" y="6073902"/>
                      <a:pt x="1797685" y="6066282"/>
                      <a:pt x="1812925" y="6073902"/>
                    </a:cubicBezTo>
                    <a:cubicBezTo>
                      <a:pt x="1835785" y="6081522"/>
                      <a:pt x="1843405" y="6104382"/>
                      <a:pt x="1835785" y="6127242"/>
                    </a:cubicBezTo>
                    <a:cubicBezTo>
                      <a:pt x="1828165" y="6134862"/>
                      <a:pt x="1812925" y="6142482"/>
                      <a:pt x="1797685" y="6142482"/>
                    </a:cubicBezTo>
                    <a:cubicBezTo>
                      <a:pt x="1790065" y="6142482"/>
                      <a:pt x="1790065" y="6142482"/>
                      <a:pt x="1782445" y="6142482"/>
                    </a:cubicBezTo>
                    <a:close/>
                    <a:moveTo>
                      <a:pt x="4661535" y="6119622"/>
                    </a:moveTo>
                    <a:cubicBezTo>
                      <a:pt x="4653915" y="6104382"/>
                      <a:pt x="4661535" y="6081522"/>
                      <a:pt x="4676775" y="6073902"/>
                    </a:cubicBezTo>
                    <a:cubicBezTo>
                      <a:pt x="4699635" y="6058662"/>
                      <a:pt x="4722495" y="6066282"/>
                      <a:pt x="4730115" y="6089142"/>
                    </a:cubicBezTo>
                    <a:cubicBezTo>
                      <a:pt x="4737735" y="6104382"/>
                      <a:pt x="4730115" y="6127242"/>
                      <a:pt x="4714875" y="6134862"/>
                    </a:cubicBezTo>
                    <a:cubicBezTo>
                      <a:pt x="4707255" y="6142482"/>
                      <a:pt x="4699635" y="6142482"/>
                      <a:pt x="4692015" y="6142482"/>
                    </a:cubicBezTo>
                    <a:cubicBezTo>
                      <a:pt x="4684395" y="6142482"/>
                      <a:pt x="4669155" y="6134862"/>
                      <a:pt x="4661535" y="6119622"/>
                    </a:cubicBezTo>
                    <a:close/>
                    <a:moveTo>
                      <a:pt x="1592072" y="6035802"/>
                    </a:moveTo>
                    <a:cubicBezTo>
                      <a:pt x="1576832" y="6028182"/>
                      <a:pt x="1569212" y="6005322"/>
                      <a:pt x="1576832" y="5982462"/>
                    </a:cubicBezTo>
                    <a:cubicBezTo>
                      <a:pt x="1592072" y="5967222"/>
                      <a:pt x="1614932" y="5959602"/>
                      <a:pt x="1630172" y="5974842"/>
                    </a:cubicBezTo>
                    <a:cubicBezTo>
                      <a:pt x="1645412" y="5982462"/>
                      <a:pt x="1653032" y="6005322"/>
                      <a:pt x="1645412" y="6020562"/>
                    </a:cubicBezTo>
                    <a:cubicBezTo>
                      <a:pt x="1637792" y="6035802"/>
                      <a:pt x="1622552" y="6043422"/>
                      <a:pt x="1607312" y="6043422"/>
                    </a:cubicBezTo>
                    <a:cubicBezTo>
                      <a:pt x="1607312" y="6043422"/>
                      <a:pt x="1599692" y="6043422"/>
                      <a:pt x="1592072" y="6035802"/>
                    </a:cubicBezTo>
                    <a:close/>
                    <a:moveTo>
                      <a:pt x="4852035" y="6020562"/>
                    </a:moveTo>
                    <a:cubicBezTo>
                      <a:pt x="4836795" y="6005322"/>
                      <a:pt x="4844415" y="5982462"/>
                      <a:pt x="4859655" y="5967222"/>
                    </a:cubicBezTo>
                    <a:cubicBezTo>
                      <a:pt x="4882515" y="5959602"/>
                      <a:pt x="4905375" y="5959602"/>
                      <a:pt x="4912995" y="5982462"/>
                    </a:cubicBezTo>
                    <a:cubicBezTo>
                      <a:pt x="4928235" y="5997702"/>
                      <a:pt x="4920615" y="6020562"/>
                      <a:pt x="4905375" y="6035802"/>
                    </a:cubicBezTo>
                    <a:cubicBezTo>
                      <a:pt x="4897755" y="6035802"/>
                      <a:pt x="4890135" y="6035802"/>
                      <a:pt x="4882515" y="6035802"/>
                    </a:cubicBezTo>
                    <a:cubicBezTo>
                      <a:pt x="4867275" y="6035802"/>
                      <a:pt x="4859655" y="6035802"/>
                      <a:pt x="4852035" y="6020562"/>
                    </a:cubicBezTo>
                    <a:close/>
                    <a:moveTo>
                      <a:pt x="1409319" y="5921502"/>
                    </a:moveTo>
                    <a:cubicBezTo>
                      <a:pt x="1394079" y="5906262"/>
                      <a:pt x="1386459" y="5883402"/>
                      <a:pt x="1401699" y="5868162"/>
                    </a:cubicBezTo>
                    <a:cubicBezTo>
                      <a:pt x="1409319" y="5852922"/>
                      <a:pt x="1432179" y="5845302"/>
                      <a:pt x="1455039" y="5860542"/>
                    </a:cubicBezTo>
                    <a:cubicBezTo>
                      <a:pt x="1470279" y="5868162"/>
                      <a:pt x="1470279" y="5891022"/>
                      <a:pt x="1462659" y="5906262"/>
                    </a:cubicBezTo>
                    <a:cubicBezTo>
                      <a:pt x="1455039" y="5921502"/>
                      <a:pt x="1439799" y="5929122"/>
                      <a:pt x="1432179" y="5929122"/>
                    </a:cubicBezTo>
                    <a:cubicBezTo>
                      <a:pt x="1424559" y="5929122"/>
                      <a:pt x="1416939" y="5921502"/>
                      <a:pt x="1409319" y="5921502"/>
                    </a:cubicBezTo>
                    <a:close/>
                    <a:moveTo>
                      <a:pt x="5034788" y="5906262"/>
                    </a:moveTo>
                    <a:cubicBezTo>
                      <a:pt x="5019548" y="5891022"/>
                      <a:pt x="5027168" y="5868162"/>
                      <a:pt x="5042408" y="5852922"/>
                    </a:cubicBezTo>
                    <a:cubicBezTo>
                      <a:pt x="5057648" y="5845302"/>
                      <a:pt x="5080508" y="5845302"/>
                      <a:pt x="5095748" y="5860542"/>
                    </a:cubicBezTo>
                    <a:cubicBezTo>
                      <a:pt x="5103368" y="5883402"/>
                      <a:pt x="5103368" y="5906262"/>
                      <a:pt x="5080508" y="5913882"/>
                    </a:cubicBezTo>
                    <a:cubicBezTo>
                      <a:pt x="5080508" y="5921502"/>
                      <a:pt x="5072888" y="5921502"/>
                      <a:pt x="5065268" y="5921502"/>
                    </a:cubicBezTo>
                    <a:cubicBezTo>
                      <a:pt x="5050028" y="5921502"/>
                      <a:pt x="5034788" y="5913882"/>
                      <a:pt x="5034788" y="5906262"/>
                    </a:cubicBezTo>
                    <a:close/>
                    <a:moveTo>
                      <a:pt x="1234059" y="5791962"/>
                    </a:moveTo>
                    <a:cubicBezTo>
                      <a:pt x="1218819" y="5776722"/>
                      <a:pt x="1211199" y="5753862"/>
                      <a:pt x="1226439" y="5738622"/>
                    </a:cubicBezTo>
                    <a:cubicBezTo>
                      <a:pt x="1241679" y="5723382"/>
                      <a:pt x="1264539" y="5715762"/>
                      <a:pt x="1279779" y="5731002"/>
                    </a:cubicBezTo>
                    <a:cubicBezTo>
                      <a:pt x="1295019" y="5746242"/>
                      <a:pt x="1302639" y="5769102"/>
                      <a:pt x="1287399" y="5784342"/>
                    </a:cubicBezTo>
                    <a:cubicBezTo>
                      <a:pt x="1279779" y="5791962"/>
                      <a:pt x="1272159" y="5799582"/>
                      <a:pt x="1256919" y="5799582"/>
                    </a:cubicBezTo>
                    <a:cubicBezTo>
                      <a:pt x="1249299" y="5799582"/>
                      <a:pt x="1241679" y="5799582"/>
                      <a:pt x="1234059" y="5791962"/>
                    </a:cubicBezTo>
                    <a:close/>
                    <a:moveTo>
                      <a:pt x="5202301" y="5784342"/>
                    </a:moveTo>
                    <a:cubicBezTo>
                      <a:pt x="5194681" y="5761482"/>
                      <a:pt x="5194681" y="5738622"/>
                      <a:pt x="5209921" y="5731002"/>
                    </a:cubicBezTo>
                    <a:cubicBezTo>
                      <a:pt x="5225161" y="5715762"/>
                      <a:pt x="5248021" y="5715762"/>
                      <a:pt x="5263261" y="5731002"/>
                    </a:cubicBezTo>
                    <a:cubicBezTo>
                      <a:pt x="5278501" y="5753862"/>
                      <a:pt x="5270881" y="5776722"/>
                      <a:pt x="5255641" y="5784342"/>
                    </a:cubicBezTo>
                    <a:cubicBezTo>
                      <a:pt x="5248021" y="5791962"/>
                      <a:pt x="5240401" y="5791962"/>
                      <a:pt x="5232781" y="5791962"/>
                    </a:cubicBezTo>
                    <a:cubicBezTo>
                      <a:pt x="5225161" y="5791962"/>
                      <a:pt x="5209921" y="5791962"/>
                      <a:pt x="5202301" y="5784342"/>
                    </a:cubicBezTo>
                    <a:close/>
                    <a:moveTo>
                      <a:pt x="1066292" y="5647055"/>
                    </a:moveTo>
                    <a:cubicBezTo>
                      <a:pt x="1051052" y="5639435"/>
                      <a:pt x="1051052" y="5608955"/>
                      <a:pt x="1066292" y="5593715"/>
                    </a:cubicBezTo>
                    <a:cubicBezTo>
                      <a:pt x="1081532" y="5578475"/>
                      <a:pt x="1104392" y="5578475"/>
                      <a:pt x="1119632" y="5593715"/>
                    </a:cubicBezTo>
                    <a:cubicBezTo>
                      <a:pt x="1134872" y="5608955"/>
                      <a:pt x="1134872" y="5631815"/>
                      <a:pt x="1119632" y="5647055"/>
                    </a:cubicBezTo>
                    <a:cubicBezTo>
                      <a:pt x="1112012" y="5654675"/>
                      <a:pt x="1104392" y="5662295"/>
                      <a:pt x="1096772" y="5662295"/>
                    </a:cubicBezTo>
                    <a:cubicBezTo>
                      <a:pt x="1081532" y="5662295"/>
                      <a:pt x="1073912" y="5654675"/>
                      <a:pt x="1066292" y="5647055"/>
                    </a:cubicBezTo>
                    <a:close/>
                    <a:moveTo>
                      <a:pt x="5369687" y="5647055"/>
                    </a:moveTo>
                    <a:cubicBezTo>
                      <a:pt x="5354447" y="5631815"/>
                      <a:pt x="5354447" y="5601335"/>
                      <a:pt x="5369687" y="5593715"/>
                    </a:cubicBezTo>
                    <a:cubicBezTo>
                      <a:pt x="5384927" y="5578475"/>
                      <a:pt x="5407787" y="5578475"/>
                      <a:pt x="5423027" y="5593715"/>
                    </a:cubicBezTo>
                    <a:cubicBezTo>
                      <a:pt x="5438267" y="5608955"/>
                      <a:pt x="5438267" y="5631815"/>
                      <a:pt x="5423027" y="5647055"/>
                    </a:cubicBezTo>
                    <a:cubicBezTo>
                      <a:pt x="5415407" y="5654675"/>
                      <a:pt x="5407787" y="5654675"/>
                      <a:pt x="5400167" y="5654675"/>
                    </a:cubicBezTo>
                    <a:cubicBezTo>
                      <a:pt x="5384927" y="5654675"/>
                      <a:pt x="5377307" y="5654675"/>
                      <a:pt x="5369687" y="5647055"/>
                    </a:cubicBezTo>
                    <a:close/>
                    <a:moveTo>
                      <a:pt x="914019" y="5502275"/>
                    </a:moveTo>
                    <a:cubicBezTo>
                      <a:pt x="898779" y="5487035"/>
                      <a:pt x="898779" y="5464175"/>
                      <a:pt x="914019" y="5448935"/>
                    </a:cubicBezTo>
                    <a:cubicBezTo>
                      <a:pt x="929259" y="5433695"/>
                      <a:pt x="952119" y="5433695"/>
                      <a:pt x="967359" y="5448935"/>
                    </a:cubicBezTo>
                    <a:cubicBezTo>
                      <a:pt x="982599" y="5464175"/>
                      <a:pt x="982599" y="5487035"/>
                      <a:pt x="967359" y="5502275"/>
                    </a:cubicBezTo>
                    <a:cubicBezTo>
                      <a:pt x="959739" y="5509895"/>
                      <a:pt x="952119" y="5509895"/>
                      <a:pt x="936879" y="5509895"/>
                    </a:cubicBezTo>
                    <a:cubicBezTo>
                      <a:pt x="929259" y="5509895"/>
                      <a:pt x="921639" y="5509895"/>
                      <a:pt x="914019" y="5502275"/>
                    </a:cubicBezTo>
                    <a:close/>
                    <a:moveTo>
                      <a:pt x="5522087" y="5494655"/>
                    </a:moveTo>
                    <a:cubicBezTo>
                      <a:pt x="5506847" y="5479415"/>
                      <a:pt x="5506847" y="5456555"/>
                      <a:pt x="5522087" y="5441315"/>
                    </a:cubicBezTo>
                    <a:cubicBezTo>
                      <a:pt x="5537327" y="5426075"/>
                      <a:pt x="5560187" y="5426075"/>
                      <a:pt x="5575427" y="5441315"/>
                    </a:cubicBezTo>
                    <a:cubicBezTo>
                      <a:pt x="5590667" y="5456555"/>
                      <a:pt x="5590667" y="5479415"/>
                      <a:pt x="5575427" y="5494655"/>
                    </a:cubicBezTo>
                    <a:cubicBezTo>
                      <a:pt x="5567807" y="5502275"/>
                      <a:pt x="5560187" y="5509895"/>
                      <a:pt x="5552567" y="5509895"/>
                    </a:cubicBezTo>
                    <a:cubicBezTo>
                      <a:pt x="5544947" y="5509895"/>
                      <a:pt x="5529707" y="5502275"/>
                      <a:pt x="5522087" y="5494655"/>
                    </a:cubicBezTo>
                    <a:close/>
                    <a:moveTo>
                      <a:pt x="769366" y="5342255"/>
                    </a:moveTo>
                    <a:cubicBezTo>
                      <a:pt x="754126" y="5319395"/>
                      <a:pt x="754126" y="5296535"/>
                      <a:pt x="769366" y="5288915"/>
                    </a:cubicBezTo>
                    <a:cubicBezTo>
                      <a:pt x="784606" y="5273675"/>
                      <a:pt x="815086" y="5273675"/>
                      <a:pt x="822706" y="5288915"/>
                    </a:cubicBezTo>
                    <a:cubicBezTo>
                      <a:pt x="837946" y="5304155"/>
                      <a:pt x="837946" y="5327015"/>
                      <a:pt x="822706" y="5342255"/>
                    </a:cubicBezTo>
                    <a:cubicBezTo>
                      <a:pt x="815086" y="5349875"/>
                      <a:pt x="807466" y="5349875"/>
                      <a:pt x="799846" y="5349875"/>
                    </a:cubicBezTo>
                    <a:cubicBezTo>
                      <a:pt x="784606" y="5349875"/>
                      <a:pt x="776986" y="5349875"/>
                      <a:pt x="769366" y="5342255"/>
                    </a:cubicBezTo>
                    <a:close/>
                    <a:moveTo>
                      <a:pt x="5666867" y="5342255"/>
                    </a:moveTo>
                    <a:cubicBezTo>
                      <a:pt x="5651627" y="5327015"/>
                      <a:pt x="5651627" y="5304155"/>
                      <a:pt x="5666867" y="5288915"/>
                    </a:cubicBezTo>
                    <a:cubicBezTo>
                      <a:pt x="5682107" y="5266055"/>
                      <a:pt x="5704967" y="5266055"/>
                      <a:pt x="5720207" y="5281295"/>
                    </a:cubicBezTo>
                    <a:cubicBezTo>
                      <a:pt x="5735447" y="5296535"/>
                      <a:pt x="5735447" y="5319395"/>
                      <a:pt x="5720207" y="5334635"/>
                    </a:cubicBezTo>
                    <a:cubicBezTo>
                      <a:pt x="5712587" y="5342255"/>
                      <a:pt x="5704967" y="5349875"/>
                      <a:pt x="5697347" y="5349875"/>
                    </a:cubicBezTo>
                    <a:cubicBezTo>
                      <a:pt x="5682107" y="5349875"/>
                      <a:pt x="5674487" y="5342255"/>
                      <a:pt x="5666867" y="5342255"/>
                    </a:cubicBezTo>
                    <a:close/>
                    <a:moveTo>
                      <a:pt x="632206" y="5166995"/>
                    </a:moveTo>
                    <a:cubicBezTo>
                      <a:pt x="616966" y="5151755"/>
                      <a:pt x="624586" y="5128895"/>
                      <a:pt x="639826" y="5113655"/>
                    </a:cubicBezTo>
                    <a:cubicBezTo>
                      <a:pt x="655066" y="5106035"/>
                      <a:pt x="685546" y="5106035"/>
                      <a:pt x="693166" y="5121275"/>
                    </a:cubicBezTo>
                    <a:cubicBezTo>
                      <a:pt x="708406" y="5144135"/>
                      <a:pt x="700786" y="5166995"/>
                      <a:pt x="685546" y="5174615"/>
                    </a:cubicBezTo>
                    <a:cubicBezTo>
                      <a:pt x="677926" y="5182235"/>
                      <a:pt x="670306" y="5182235"/>
                      <a:pt x="662686" y="5182235"/>
                    </a:cubicBezTo>
                    <a:cubicBezTo>
                      <a:pt x="655066" y="5182235"/>
                      <a:pt x="639826" y="5182235"/>
                      <a:pt x="632206" y="5166995"/>
                    </a:cubicBezTo>
                    <a:close/>
                    <a:moveTo>
                      <a:pt x="5803900" y="5174615"/>
                    </a:moveTo>
                    <a:cubicBezTo>
                      <a:pt x="5788660" y="5159375"/>
                      <a:pt x="5781040" y="5136515"/>
                      <a:pt x="5796280" y="5121275"/>
                    </a:cubicBezTo>
                    <a:cubicBezTo>
                      <a:pt x="5811520" y="5106035"/>
                      <a:pt x="5834380" y="5098415"/>
                      <a:pt x="5849620" y="5113655"/>
                    </a:cubicBezTo>
                    <a:cubicBezTo>
                      <a:pt x="5864860" y="5121275"/>
                      <a:pt x="5872480" y="5144135"/>
                      <a:pt x="5857240" y="5166995"/>
                    </a:cubicBezTo>
                    <a:cubicBezTo>
                      <a:pt x="5849620" y="5174615"/>
                      <a:pt x="5842000" y="5182235"/>
                      <a:pt x="5826760" y="5182235"/>
                    </a:cubicBezTo>
                    <a:cubicBezTo>
                      <a:pt x="5819140" y="5182235"/>
                      <a:pt x="5811520" y="5174615"/>
                      <a:pt x="5803900" y="5174615"/>
                    </a:cubicBezTo>
                    <a:close/>
                    <a:moveTo>
                      <a:pt x="510286" y="4991608"/>
                    </a:moveTo>
                    <a:cubicBezTo>
                      <a:pt x="495046" y="4976368"/>
                      <a:pt x="502666" y="4945888"/>
                      <a:pt x="517906" y="4938268"/>
                    </a:cubicBezTo>
                    <a:cubicBezTo>
                      <a:pt x="540766" y="4923028"/>
                      <a:pt x="563626" y="4930648"/>
                      <a:pt x="571246" y="4945888"/>
                    </a:cubicBezTo>
                    <a:cubicBezTo>
                      <a:pt x="586486" y="4968748"/>
                      <a:pt x="578866" y="4991608"/>
                      <a:pt x="563626" y="4999228"/>
                    </a:cubicBezTo>
                    <a:cubicBezTo>
                      <a:pt x="556006" y="5006848"/>
                      <a:pt x="548386" y="5006848"/>
                      <a:pt x="540766" y="5006848"/>
                    </a:cubicBezTo>
                    <a:cubicBezTo>
                      <a:pt x="533146" y="5006848"/>
                      <a:pt x="517906" y="4999228"/>
                      <a:pt x="510286" y="4991608"/>
                    </a:cubicBezTo>
                    <a:close/>
                    <a:moveTo>
                      <a:pt x="5925693" y="4999228"/>
                    </a:moveTo>
                    <a:cubicBezTo>
                      <a:pt x="5910453" y="4983988"/>
                      <a:pt x="5902833" y="4961128"/>
                      <a:pt x="5918073" y="4945888"/>
                    </a:cubicBezTo>
                    <a:cubicBezTo>
                      <a:pt x="5925693" y="4923028"/>
                      <a:pt x="5948553" y="4923028"/>
                      <a:pt x="5971413" y="4930648"/>
                    </a:cubicBezTo>
                    <a:cubicBezTo>
                      <a:pt x="5986653" y="4945888"/>
                      <a:pt x="5994273" y="4968748"/>
                      <a:pt x="5979033" y="4983988"/>
                    </a:cubicBezTo>
                    <a:cubicBezTo>
                      <a:pt x="5971413" y="4999228"/>
                      <a:pt x="5963793" y="5006848"/>
                      <a:pt x="5948553" y="5006848"/>
                    </a:cubicBezTo>
                    <a:cubicBezTo>
                      <a:pt x="5940933" y="5006848"/>
                      <a:pt x="5933313" y="4999228"/>
                      <a:pt x="5925693" y="4999228"/>
                    </a:cubicBezTo>
                    <a:close/>
                    <a:moveTo>
                      <a:pt x="396113" y="4801108"/>
                    </a:moveTo>
                    <a:cubicBezTo>
                      <a:pt x="388493" y="4785868"/>
                      <a:pt x="396113" y="4763008"/>
                      <a:pt x="411353" y="4755388"/>
                    </a:cubicBezTo>
                    <a:cubicBezTo>
                      <a:pt x="434213" y="4740148"/>
                      <a:pt x="457073" y="4747768"/>
                      <a:pt x="464693" y="4770628"/>
                    </a:cubicBezTo>
                    <a:cubicBezTo>
                      <a:pt x="479933" y="4785868"/>
                      <a:pt x="472313" y="4808728"/>
                      <a:pt x="449453" y="4816348"/>
                    </a:cubicBezTo>
                    <a:cubicBezTo>
                      <a:pt x="441833" y="4823968"/>
                      <a:pt x="441833" y="4823968"/>
                      <a:pt x="434213" y="4823968"/>
                    </a:cubicBezTo>
                    <a:cubicBezTo>
                      <a:pt x="418973" y="4823968"/>
                      <a:pt x="403733" y="4816348"/>
                      <a:pt x="396113" y="4801108"/>
                    </a:cubicBezTo>
                    <a:close/>
                    <a:moveTo>
                      <a:pt x="6039993" y="4816348"/>
                    </a:moveTo>
                    <a:cubicBezTo>
                      <a:pt x="6017133" y="4801108"/>
                      <a:pt x="6017133" y="4778248"/>
                      <a:pt x="6024753" y="4763008"/>
                    </a:cubicBezTo>
                    <a:cubicBezTo>
                      <a:pt x="6032373" y="4740148"/>
                      <a:pt x="6055233" y="4740148"/>
                      <a:pt x="6078093" y="4747768"/>
                    </a:cubicBezTo>
                    <a:cubicBezTo>
                      <a:pt x="6093333" y="4755388"/>
                      <a:pt x="6100953" y="4778248"/>
                      <a:pt x="6093333" y="4801108"/>
                    </a:cubicBezTo>
                    <a:cubicBezTo>
                      <a:pt x="6085713" y="4808728"/>
                      <a:pt x="6070473" y="4816348"/>
                      <a:pt x="6055233" y="4816348"/>
                    </a:cubicBezTo>
                    <a:cubicBezTo>
                      <a:pt x="6047613" y="4816348"/>
                      <a:pt x="6047613" y="4816348"/>
                      <a:pt x="6039993" y="4816348"/>
                    </a:cubicBezTo>
                    <a:close/>
                    <a:moveTo>
                      <a:pt x="304673" y="4610608"/>
                    </a:moveTo>
                    <a:cubicBezTo>
                      <a:pt x="289433" y="4595368"/>
                      <a:pt x="297053" y="4572508"/>
                      <a:pt x="319913" y="4557268"/>
                    </a:cubicBezTo>
                    <a:cubicBezTo>
                      <a:pt x="342773" y="4549648"/>
                      <a:pt x="358013" y="4557268"/>
                      <a:pt x="373253" y="4580128"/>
                    </a:cubicBezTo>
                    <a:cubicBezTo>
                      <a:pt x="380873" y="4595368"/>
                      <a:pt x="373253" y="4618228"/>
                      <a:pt x="350393" y="4625848"/>
                    </a:cubicBezTo>
                    <a:cubicBezTo>
                      <a:pt x="350393" y="4633468"/>
                      <a:pt x="342773" y="4633468"/>
                      <a:pt x="335153" y="4633468"/>
                    </a:cubicBezTo>
                    <a:cubicBezTo>
                      <a:pt x="319913" y="4633468"/>
                      <a:pt x="304673" y="4625848"/>
                      <a:pt x="304673" y="4610608"/>
                    </a:cubicBezTo>
                    <a:close/>
                    <a:moveTo>
                      <a:pt x="6139053" y="4625848"/>
                    </a:moveTo>
                    <a:cubicBezTo>
                      <a:pt x="6116193" y="4618228"/>
                      <a:pt x="6108573" y="4595368"/>
                      <a:pt x="6116193" y="4572508"/>
                    </a:cubicBezTo>
                    <a:cubicBezTo>
                      <a:pt x="6131433" y="4557268"/>
                      <a:pt x="6154293" y="4542028"/>
                      <a:pt x="6169533" y="4557268"/>
                    </a:cubicBezTo>
                    <a:cubicBezTo>
                      <a:pt x="6192393" y="4564888"/>
                      <a:pt x="6200013" y="4587748"/>
                      <a:pt x="6192393" y="4602988"/>
                    </a:cubicBezTo>
                    <a:cubicBezTo>
                      <a:pt x="6184773" y="4618228"/>
                      <a:pt x="6169533" y="4625848"/>
                      <a:pt x="6154293" y="4625848"/>
                    </a:cubicBezTo>
                    <a:cubicBezTo>
                      <a:pt x="6146673" y="4625848"/>
                      <a:pt x="6146673" y="4625848"/>
                      <a:pt x="6139053" y="4625848"/>
                    </a:cubicBezTo>
                    <a:close/>
                    <a:moveTo>
                      <a:pt x="213233" y="4412488"/>
                    </a:moveTo>
                    <a:cubicBezTo>
                      <a:pt x="205613" y="4389628"/>
                      <a:pt x="220853" y="4366768"/>
                      <a:pt x="236093" y="4359148"/>
                    </a:cubicBezTo>
                    <a:cubicBezTo>
                      <a:pt x="258953" y="4351528"/>
                      <a:pt x="281813" y="4366768"/>
                      <a:pt x="289433" y="4382008"/>
                    </a:cubicBezTo>
                    <a:cubicBezTo>
                      <a:pt x="297053" y="4404868"/>
                      <a:pt x="281813" y="4427728"/>
                      <a:pt x="266573" y="4435348"/>
                    </a:cubicBezTo>
                    <a:cubicBezTo>
                      <a:pt x="258953" y="4435348"/>
                      <a:pt x="258953" y="4435348"/>
                      <a:pt x="251333" y="4435348"/>
                    </a:cubicBezTo>
                    <a:cubicBezTo>
                      <a:pt x="236093" y="4435348"/>
                      <a:pt x="220853" y="4427728"/>
                      <a:pt x="213233" y="4412488"/>
                    </a:cubicBezTo>
                    <a:close/>
                    <a:moveTo>
                      <a:pt x="6222746" y="4427728"/>
                    </a:moveTo>
                    <a:cubicBezTo>
                      <a:pt x="6207506" y="4420108"/>
                      <a:pt x="6192266" y="4397248"/>
                      <a:pt x="6199886" y="4374388"/>
                    </a:cubicBezTo>
                    <a:cubicBezTo>
                      <a:pt x="6207506" y="4359148"/>
                      <a:pt x="6230366" y="4351528"/>
                      <a:pt x="6253226" y="4359148"/>
                    </a:cubicBezTo>
                    <a:cubicBezTo>
                      <a:pt x="6268466" y="4366768"/>
                      <a:pt x="6283706" y="4382008"/>
                      <a:pt x="6276086" y="4404868"/>
                    </a:cubicBezTo>
                    <a:cubicBezTo>
                      <a:pt x="6268466" y="4420108"/>
                      <a:pt x="6253226" y="4427728"/>
                      <a:pt x="6237986" y="4427728"/>
                    </a:cubicBezTo>
                    <a:cubicBezTo>
                      <a:pt x="6230366" y="4427728"/>
                      <a:pt x="6230366" y="4427728"/>
                      <a:pt x="6222746" y="4427728"/>
                    </a:cubicBezTo>
                    <a:close/>
                    <a:moveTo>
                      <a:pt x="144653" y="4206748"/>
                    </a:moveTo>
                    <a:cubicBezTo>
                      <a:pt x="137033" y="4183888"/>
                      <a:pt x="152273" y="4168648"/>
                      <a:pt x="167513" y="4161028"/>
                    </a:cubicBezTo>
                    <a:cubicBezTo>
                      <a:pt x="190373" y="4153408"/>
                      <a:pt x="213233" y="4161028"/>
                      <a:pt x="220853" y="4183888"/>
                    </a:cubicBezTo>
                    <a:cubicBezTo>
                      <a:pt x="220853" y="4206748"/>
                      <a:pt x="213233" y="4229608"/>
                      <a:pt x="190373" y="4229608"/>
                    </a:cubicBezTo>
                    <a:cubicBezTo>
                      <a:pt x="190373" y="4237228"/>
                      <a:pt x="182753" y="4237228"/>
                      <a:pt x="182753" y="4237228"/>
                    </a:cubicBezTo>
                    <a:cubicBezTo>
                      <a:pt x="167513" y="4237228"/>
                      <a:pt x="152273" y="4221988"/>
                      <a:pt x="144653" y="4206748"/>
                    </a:cubicBezTo>
                    <a:close/>
                    <a:moveTo>
                      <a:pt x="6298819" y="4221988"/>
                    </a:moveTo>
                    <a:cubicBezTo>
                      <a:pt x="6275959" y="4221988"/>
                      <a:pt x="6268339" y="4199128"/>
                      <a:pt x="6268339" y="4176268"/>
                    </a:cubicBezTo>
                    <a:cubicBezTo>
                      <a:pt x="6275959" y="4161028"/>
                      <a:pt x="6298819" y="4145788"/>
                      <a:pt x="6321679" y="4153408"/>
                    </a:cubicBezTo>
                    <a:cubicBezTo>
                      <a:pt x="6336919" y="4161028"/>
                      <a:pt x="6352159" y="4176268"/>
                      <a:pt x="6344539" y="4199128"/>
                    </a:cubicBezTo>
                    <a:cubicBezTo>
                      <a:pt x="6336919" y="4214368"/>
                      <a:pt x="6321679" y="4229608"/>
                      <a:pt x="6306439" y="4229608"/>
                    </a:cubicBezTo>
                    <a:cubicBezTo>
                      <a:pt x="6306439" y="4229608"/>
                      <a:pt x="6298819" y="4229608"/>
                      <a:pt x="6298819" y="4221988"/>
                    </a:cubicBezTo>
                    <a:close/>
                    <a:moveTo>
                      <a:pt x="91440" y="4000881"/>
                    </a:moveTo>
                    <a:cubicBezTo>
                      <a:pt x="83820" y="3978021"/>
                      <a:pt x="99060" y="3955161"/>
                      <a:pt x="114300" y="3955161"/>
                    </a:cubicBezTo>
                    <a:cubicBezTo>
                      <a:pt x="137160" y="3947541"/>
                      <a:pt x="160020" y="3962781"/>
                      <a:pt x="160020" y="3978021"/>
                    </a:cubicBezTo>
                    <a:cubicBezTo>
                      <a:pt x="167640" y="4000881"/>
                      <a:pt x="152400" y="4023741"/>
                      <a:pt x="137160" y="4023741"/>
                    </a:cubicBezTo>
                    <a:cubicBezTo>
                      <a:pt x="129540" y="4023741"/>
                      <a:pt x="129540" y="4023741"/>
                      <a:pt x="121920" y="4023741"/>
                    </a:cubicBezTo>
                    <a:cubicBezTo>
                      <a:pt x="106680" y="4023741"/>
                      <a:pt x="91440" y="4016121"/>
                      <a:pt x="91440" y="4000881"/>
                    </a:cubicBezTo>
                    <a:close/>
                    <a:moveTo>
                      <a:pt x="6352286" y="4016121"/>
                    </a:moveTo>
                    <a:cubicBezTo>
                      <a:pt x="6337046" y="4016121"/>
                      <a:pt x="6321806" y="3993261"/>
                      <a:pt x="6329426" y="3970401"/>
                    </a:cubicBezTo>
                    <a:cubicBezTo>
                      <a:pt x="6329426" y="3955161"/>
                      <a:pt x="6352286" y="3939921"/>
                      <a:pt x="6375146" y="3947541"/>
                    </a:cubicBezTo>
                    <a:cubicBezTo>
                      <a:pt x="6390386" y="3947541"/>
                      <a:pt x="6405626" y="3970401"/>
                      <a:pt x="6398006" y="3993261"/>
                    </a:cubicBezTo>
                    <a:cubicBezTo>
                      <a:pt x="6398006" y="4008501"/>
                      <a:pt x="6382766" y="4023741"/>
                      <a:pt x="6367526" y="4023741"/>
                    </a:cubicBezTo>
                    <a:cubicBezTo>
                      <a:pt x="6359906" y="4023741"/>
                      <a:pt x="6359906" y="4016121"/>
                      <a:pt x="6352286" y="4016121"/>
                    </a:cubicBezTo>
                    <a:close/>
                    <a:moveTo>
                      <a:pt x="45720" y="3787521"/>
                    </a:moveTo>
                    <a:cubicBezTo>
                      <a:pt x="38100" y="3764661"/>
                      <a:pt x="53340" y="3741801"/>
                      <a:pt x="76200" y="3741801"/>
                    </a:cubicBezTo>
                    <a:cubicBezTo>
                      <a:pt x="99060" y="3741801"/>
                      <a:pt x="114300" y="3749421"/>
                      <a:pt x="121920" y="3772281"/>
                    </a:cubicBezTo>
                    <a:cubicBezTo>
                      <a:pt x="121920" y="3795141"/>
                      <a:pt x="106680" y="3810381"/>
                      <a:pt x="91440" y="3818001"/>
                    </a:cubicBezTo>
                    <a:cubicBezTo>
                      <a:pt x="83820" y="3818001"/>
                      <a:pt x="83820" y="3818001"/>
                      <a:pt x="83820" y="3818001"/>
                    </a:cubicBezTo>
                    <a:cubicBezTo>
                      <a:pt x="60960" y="3818001"/>
                      <a:pt x="45720" y="3802761"/>
                      <a:pt x="45720" y="3787521"/>
                    </a:cubicBezTo>
                    <a:close/>
                    <a:moveTo>
                      <a:pt x="6398006" y="3810381"/>
                    </a:moveTo>
                    <a:cubicBezTo>
                      <a:pt x="6382766" y="3802761"/>
                      <a:pt x="6367526" y="3787521"/>
                      <a:pt x="6367526" y="3764661"/>
                    </a:cubicBezTo>
                    <a:cubicBezTo>
                      <a:pt x="6375146" y="3741801"/>
                      <a:pt x="6390386" y="3734181"/>
                      <a:pt x="6413246" y="3734181"/>
                    </a:cubicBezTo>
                    <a:cubicBezTo>
                      <a:pt x="6436106" y="3734181"/>
                      <a:pt x="6443726" y="3757041"/>
                      <a:pt x="6443726" y="3779901"/>
                    </a:cubicBezTo>
                    <a:cubicBezTo>
                      <a:pt x="6443726" y="3795141"/>
                      <a:pt x="6428486" y="3810381"/>
                      <a:pt x="6405626" y="3810381"/>
                    </a:cubicBezTo>
                    <a:cubicBezTo>
                      <a:pt x="6405626" y="3810381"/>
                      <a:pt x="6405626" y="3810381"/>
                      <a:pt x="6398006" y="3810381"/>
                    </a:cubicBezTo>
                    <a:close/>
                    <a:moveTo>
                      <a:pt x="15240" y="3574161"/>
                    </a:moveTo>
                    <a:cubicBezTo>
                      <a:pt x="15240" y="3551301"/>
                      <a:pt x="30480" y="3528441"/>
                      <a:pt x="53340" y="3528441"/>
                    </a:cubicBezTo>
                    <a:cubicBezTo>
                      <a:pt x="68580" y="3528441"/>
                      <a:pt x="91440" y="3543681"/>
                      <a:pt x="91440" y="3566541"/>
                    </a:cubicBezTo>
                    <a:cubicBezTo>
                      <a:pt x="91440" y="3581781"/>
                      <a:pt x="76200" y="3604641"/>
                      <a:pt x="60960" y="3604641"/>
                    </a:cubicBezTo>
                    <a:cubicBezTo>
                      <a:pt x="53340" y="3604641"/>
                      <a:pt x="53340" y="3604641"/>
                      <a:pt x="53340" y="3604641"/>
                    </a:cubicBezTo>
                    <a:cubicBezTo>
                      <a:pt x="38100" y="3604641"/>
                      <a:pt x="15240" y="3589401"/>
                      <a:pt x="15240" y="3574161"/>
                    </a:cubicBezTo>
                    <a:close/>
                    <a:moveTo>
                      <a:pt x="6428486" y="3597021"/>
                    </a:moveTo>
                    <a:cubicBezTo>
                      <a:pt x="6413246" y="3597021"/>
                      <a:pt x="6398006" y="3574161"/>
                      <a:pt x="6398006" y="3558921"/>
                    </a:cubicBezTo>
                    <a:cubicBezTo>
                      <a:pt x="6398006" y="3536061"/>
                      <a:pt x="6420866" y="3520821"/>
                      <a:pt x="6436106" y="3520821"/>
                    </a:cubicBezTo>
                    <a:cubicBezTo>
                      <a:pt x="6458966" y="3520821"/>
                      <a:pt x="6474206" y="3543681"/>
                      <a:pt x="6474206" y="3566541"/>
                    </a:cubicBezTo>
                    <a:cubicBezTo>
                      <a:pt x="6474206" y="3581781"/>
                      <a:pt x="6451346" y="3597021"/>
                      <a:pt x="6436106" y="3597021"/>
                    </a:cubicBezTo>
                    <a:cubicBezTo>
                      <a:pt x="6436106" y="3597021"/>
                      <a:pt x="6428486" y="3597021"/>
                      <a:pt x="6428486" y="3597021"/>
                    </a:cubicBezTo>
                    <a:close/>
                    <a:moveTo>
                      <a:pt x="0" y="3353181"/>
                    </a:moveTo>
                    <a:cubicBezTo>
                      <a:pt x="0" y="3330321"/>
                      <a:pt x="15240" y="3315081"/>
                      <a:pt x="38100" y="3315081"/>
                    </a:cubicBezTo>
                    <a:cubicBezTo>
                      <a:pt x="60960" y="3315081"/>
                      <a:pt x="76200" y="3330321"/>
                      <a:pt x="76200" y="3353181"/>
                    </a:cubicBezTo>
                    <a:cubicBezTo>
                      <a:pt x="76200" y="3376041"/>
                      <a:pt x="60960" y="3391281"/>
                      <a:pt x="38100" y="3391281"/>
                    </a:cubicBezTo>
                    <a:cubicBezTo>
                      <a:pt x="15240" y="3391281"/>
                      <a:pt x="0" y="3376041"/>
                      <a:pt x="0" y="3353181"/>
                    </a:cubicBezTo>
                    <a:close/>
                    <a:moveTo>
                      <a:pt x="6443599" y="3383661"/>
                    </a:moveTo>
                    <a:cubicBezTo>
                      <a:pt x="6428359" y="3383661"/>
                      <a:pt x="6413119" y="3368421"/>
                      <a:pt x="6413119" y="3345561"/>
                    </a:cubicBezTo>
                    <a:cubicBezTo>
                      <a:pt x="6413119" y="3322701"/>
                      <a:pt x="6428359" y="3307461"/>
                      <a:pt x="6451219" y="3307461"/>
                    </a:cubicBezTo>
                    <a:cubicBezTo>
                      <a:pt x="6474079" y="3307461"/>
                      <a:pt x="6489319" y="3322701"/>
                      <a:pt x="6489319" y="3345561"/>
                    </a:cubicBezTo>
                    <a:cubicBezTo>
                      <a:pt x="6489319" y="3368421"/>
                      <a:pt x="6466459" y="3383661"/>
                      <a:pt x="6451219" y="3383661"/>
                    </a:cubicBezTo>
                    <a:cubicBezTo>
                      <a:pt x="6451219" y="3383661"/>
                      <a:pt x="6443599" y="3383661"/>
                      <a:pt x="6443599" y="3383661"/>
                    </a:cubicBezTo>
                    <a:close/>
                    <a:moveTo>
                      <a:pt x="38100" y="3177921"/>
                    </a:moveTo>
                    <a:cubicBezTo>
                      <a:pt x="15240" y="3177921"/>
                      <a:pt x="0" y="3155061"/>
                      <a:pt x="0" y="3139821"/>
                    </a:cubicBezTo>
                    <a:cubicBezTo>
                      <a:pt x="0" y="3116961"/>
                      <a:pt x="22860" y="3101721"/>
                      <a:pt x="38100" y="3101721"/>
                    </a:cubicBezTo>
                    <a:cubicBezTo>
                      <a:pt x="60960" y="3101721"/>
                      <a:pt x="76200" y="3116961"/>
                      <a:pt x="76200" y="3139821"/>
                    </a:cubicBezTo>
                    <a:cubicBezTo>
                      <a:pt x="76200" y="3162681"/>
                      <a:pt x="60960" y="3177921"/>
                      <a:pt x="38100" y="3177921"/>
                    </a:cubicBezTo>
                    <a:close/>
                    <a:moveTo>
                      <a:pt x="6413246" y="3132201"/>
                    </a:moveTo>
                    <a:cubicBezTo>
                      <a:pt x="6405626" y="3109341"/>
                      <a:pt x="6428486" y="3094101"/>
                      <a:pt x="6443726" y="3094101"/>
                    </a:cubicBezTo>
                    <a:cubicBezTo>
                      <a:pt x="6466586" y="3094101"/>
                      <a:pt x="6481826" y="3109341"/>
                      <a:pt x="6489446" y="3132201"/>
                    </a:cubicBezTo>
                    <a:cubicBezTo>
                      <a:pt x="6489446" y="3147441"/>
                      <a:pt x="6466586" y="3170301"/>
                      <a:pt x="6451346" y="3170301"/>
                    </a:cubicBezTo>
                    <a:cubicBezTo>
                      <a:pt x="6428486" y="3170301"/>
                      <a:pt x="6413246" y="3155061"/>
                      <a:pt x="6413246" y="3132201"/>
                    </a:cubicBezTo>
                    <a:close/>
                    <a:moveTo>
                      <a:pt x="53340" y="2964561"/>
                    </a:moveTo>
                    <a:cubicBezTo>
                      <a:pt x="30480" y="2964561"/>
                      <a:pt x="15240" y="2941701"/>
                      <a:pt x="15240" y="2918841"/>
                    </a:cubicBezTo>
                    <a:cubicBezTo>
                      <a:pt x="15240" y="2903601"/>
                      <a:pt x="38100" y="2888361"/>
                      <a:pt x="53340" y="2888361"/>
                    </a:cubicBezTo>
                    <a:cubicBezTo>
                      <a:pt x="76200" y="2888361"/>
                      <a:pt x="91440" y="2911221"/>
                      <a:pt x="91440" y="2926461"/>
                    </a:cubicBezTo>
                    <a:cubicBezTo>
                      <a:pt x="91440" y="2949321"/>
                      <a:pt x="76200" y="2964561"/>
                      <a:pt x="53340" y="2964561"/>
                    </a:cubicBezTo>
                    <a:close/>
                    <a:moveTo>
                      <a:pt x="6398006" y="2918841"/>
                    </a:moveTo>
                    <a:cubicBezTo>
                      <a:pt x="6390386" y="2903601"/>
                      <a:pt x="6405626" y="2880741"/>
                      <a:pt x="6428486" y="2880741"/>
                    </a:cubicBezTo>
                    <a:cubicBezTo>
                      <a:pt x="6451346" y="2880741"/>
                      <a:pt x="6466586" y="2895981"/>
                      <a:pt x="6474206" y="2911221"/>
                    </a:cubicBezTo>
                    <a:cubicBezTo>
                      <a:pt x="6474206" y="2934081"/>
                      <a:pt x="6458966" y="2956941"/>
                      <a:pt x="6436106" y="2956941"/>
                    </a:cubicBezTo>
                    <a:cubicBezTo>
                      <a:pt x="6413246" y="2956941"/>
                      <a:pt x="6398006" y="2941701"/>
                      <a:pt x="6398006" y="2918841"/>
                    </a:cubicBezTo>
                    <a:close/>
                    <a:moveTo>
                      <a:pt x="76200" y="2751074"/>
                    </a:moveTo>
                    <a:cubicBezTo>
                      <a:pt x="53340" y="2743454"/>
                      <a:pt x="38100" y="2728214"/>
                      <a:pt x="45720" y="2705354"/>
                    </a:cubicBezTo>
                    <a:cubicBezTo>
                      <a:pt x="45720" y="2682494"/>
                      <a:pt x="68580" y="2674874"/>
                      <a:pt x="91440" y="2674874"/>
                    </a:cubicBezTo>
                    <a:cubicBezTo>
                      <a:pt x="106680" y="2674874"/>
                      <a:pt x="121920" y="2697734"/>
                      <a:pt x="121920" y="2720594"/>
                    </a:cubicBezTo>
                    <a:cubicBezTo>
                      <a:pt x="114300" y="2735834"/>
                      <a:pt x="99060" y="2751074"/>
                      <a:pt x="83820" y="2751074"/>
                    </a:cubicBezTo>
                    <a:cubicBezTo>
                      <a:pt x="76200" y="2751074"/>
                      <a:pt x="76200" y="2751074"/>
                      <a:pt x="76200" y="2751074"/>
                    </a:cubicBezTo>
                    <a:close/>
                    <a:moveTo>
                      <a:pt x="6367526" y="2712974"/>
                    </a:moveTo>
                    <a:cubicBezTo>
                      <a:pt x="6359906" y="2690114"/>
                      <a:pt x="6375146" y="2674874"/>
                      <a:pt x="6398006" y="2667254"/>
                    </a:cubicBezTo>
                    <a:cubicBezTo>
                      <a:pt x="6420866" y="2667254"/>
                      <a:pt x="6436106" y="2674874"/>
                      <a:pt x="6443726" y="2697734"/>
                    </a:cubicBezTo>
                    <a:cubicBezTo>
                      <a:pt x="6443726" y="2720594"/>
                      <a:pt x="6428486" y="2735834"/>
                      <a:pt x="6413246" y="2743454"/>
                    </a:cubicBezTo>
                    <a:cubicBezTo>
                      <a:pt x="6405626" y="2743454"/>
                      <a:pt x="6405626" y="2743454"/>
                      <a:pt x="6405626" y="2743454"/>
                    </a:cubicBezTo>
                    <a:cubicBezTo>
                      <a:pt x="6382766" y="2743454"/>
                      <a:pt x="6367526" y="2728214"/>
                      <a:pt x="6367526" y="2712974"/>
                    </a:cubicBezTo>
                    <a:close/>
                    <a:moveTo>
                      <a:pt x="114300" y="2537714"/>
                    </a:moveTo>
                    <a:cubicBezTo>
                      <a:pt x="91440" y="2537714"/>
                      <a:pt x="83820" y="2514854"/>
                      <a:pt x="83820" y="2491994"/>
                    </a:cubicBezTo>
                    <a:cubicBezTo>
                      <a:pt x="91440" y="2476754"/>
                      <a:pt x="114300" y="2461514"/>
                      <a:pt x="129540" y="2469134"/>
                    </a:cubicBezTo>
                    <a:cubicBezTo>
                      <a:pt x="152400" y="2469134"/>
                      <a:pt x="167640" y="2491994"/>
                      <a:pt x="160020" y="2514854"/>
                    </a:cubicBezTo>
                    <a:cubicBezTo>
                      <a:pt x="160020" y="2530094"/>
                      <a:pt x="144780" y="2537714"/>
                      <a:pt x="121920" y="2537714"/>
                    </a:cubicBezTo>
                    <a:cubicBezTo>
                      <a:pt x="121920" y="2537714"/>
                      <a:pt x="121920" y="2537714"/>
                      <a:pt x="114300" y="2537714"/>
                    </a:cubicBezTo>
                    <a:close/>
                    <a:moveTo>
                      <a:pt x="6321806" y="2507234"/>
                    </a:moveTo>
                    <a:cubicBezTo>
                      <a:pt x="6321806" y="2484374"/>
                      <a:pt x="6329426" y="2461514"/>
                      <a:pt x="6352286" y="2461514"/>
                    </a:cubicBezTo>
                    <a:cubicBezTo>
                      <a:pt x="6375146" y="2453894"/>
                      <a:pt x="6390386" y="2469134"/>
                      <a:pt x="6398006" y="2484374"/>
                    </a:cubicBezTo>
                    <a:cubicBezTo>
                      <a:pt x="6405626" y="2507234"/>
                      <a:pt x="6390386" y="2530094"/>
                      <a:pt x="6367526" y="2530094"/>
                    </a:cubicBezTo>
                    <a:cubicBezTo>
                      <a:pt x="6367526" y="2530094"/>
                      <a:pt x="6367526" y="2530094"/>
                      <a:pt x="6359906" y="2530094"/>
                    </a:cubicBezTo>
                    <a:cubicBezTo>
                      <a:pt x="6344666" y="2530094"/>
                      <a:pt x="6329426" y="2522474"/>
                      <a:pt x="6321806" y="2507234"/>
                    </a:cubicBezTo>
                    <a:close/>
                    <a:moveTo>
                      <a:pt x="167513" y="2331974"/>
                    </a:moveTo>
                    <a:cubicBezTo>
                      <a:pt x="152273" y="2324354"/>
                      <a:pt x="137033" y="2301494"/>
                      <a:pt x="144653" y="2286254"/>
                    </a:cubicBezTo>
                    <a:cubicBezTo>
                      <a:pt x="152273" y="2263394"/>
                      <a:pt x="175133" y="2255774"/>
                      <a:pt x="190373" y="2263394"/>
                    </a:cubicBezTo>
                    <a:cubicBezTo>
                      <a:pt x="213233" y="2263394"/>
                      <a:pt x="220853" y="2286254"/>
                      <a:pt x="213233" y="2309114"/>
                    </a:cubicBezTo>
                    <a:cubicBezTo>
                      <a:pt x="213233" y="2324354"/>
                      <a:pt x="197993" y="2331974"/>
                      <a:pt x="182753" y="2331974"/>
                    </a:cubicBezTo>
                    <a:cubicBezTo>
                      <a:pt x="175133" y="2331974"/>
                      <a:pt x="175133" y="2331974"/>
                      <a:pt x="167513" y="2331974"/>
                    </a:cubicBezTo>
                    <a:close/>
                    <a:moveTo>
                      <a:pt x="6268466" y="2301494"/>
                    </a:moveTo>
                    <a:cubicBezTo>
                      <a:pt x="6260846" y="2278634"/>
                      <a:pt x="6276086" y="2255774"/>
                      <a:pt x="6291326" y="2255774"/>
                    </a:cubicBezTo>
                    <a:cubicBezTo>
                      <a:pt x="6314186" y="2248154"/>
                      <a:pt x="6337046" y="2255774"/>
                      <a:pt x="6344666" y="2278634"/>
                    </a:cubicBezTo>
                    <a:cubicBezTo>
                      <a:pt x="6344666" y="2293874"/>
                      <a:pt x="6337046" y="2316734"/>
                      <a:pt x="6314186" y="2324354"/>
                    </a:cubicBezTo>
                    <a:cubicBezTo>
                      <a:pt x="6314186" y="2324354"/>
                      <a:pt x="6306566" y="2324354"/>
                      <a:pt x="6306566" y="2324354"/>
                    </a:cubicBezTo>
                    <a:cubicBezTo>
                      <a:pt x="6291326" y="2324354"/>
                      <a:pt x="6276086" y="2316734"/>
                      <a:pt x="6268466" y="2301494"/>
                    </a:cubicBezTo>
                    <a:close/>
                    <a:moveTo>
                      <a:pt x="236093" y="2126234"/>
                    </a:moveTo>
                    <a:cubicBezTo>
                      <a:pt x="220853" y="2118614"/>
                      <a:pt x="205613" y="2095754"/>
                      <a:pt x="213233" y="2080514"/>
                    </a:cubicBezTo>
                    <a:cubicBezTo>
                      <a:pt x="220853" y="2057654"/>
                      <a:pt x="243713" y="2050034"/>
                      <a:pt x="266573" y="2057654"/>
                    </a:cubicBezTo>
                    <a:cubicBezTo>
                      <a:pt x="281813" y="2065274"/>
                      <a:pt x="297053" y="2088134"/>
                      <a:pt x="289433" y="2103374"/>
                    </a:cubicBezTo>
                    <a:cubicBezTo>
                      <a:pt x="281813" y="2118614"/>
                      <a:pt x="266573" y="2133854"/>
                      <a:pt x="251333" y="2133854"/>
                    </a:cubicBezTo>
                    <a:cubicBezTo>
                      <a:pt x="243713" y="2133854"/>
                      <a:pt x="243713" y="2133854"/>
                      <a:pt x="236093" y="2126234"/>
                    </a:cubicBezTo>
                    <a:close/>
                    <a:moveTo>
                      <a:pt x="6199886" y="2103374"/>
                    </a:moveTo>
                    <a:cubicBezTo>
                      <a:pt x="6192266" y="2080514"/>
                      <a:pt x="6199886" y="2057654"/>
                      <a:pt x="6222746" y="2050034"/>
                    </a:cubicBezTo>
                    <a:cubicBezTo>
                      <a:pt x="6237986" y="2042414"/>
                      <a:pt x="6260846" y="2050034"/>
                      <a:pt x="6268466" y="2072894"/>
                    </a:cubicBezTo>
                    <a:cubicBezTo>
                      <a:pt x="6276086" y="2095754"/>
                      <a:pt x="6268466" y="2110994"/>
                      <a:pt x="6245606" y="2118614"/>
                    </a:cubicBezTo>
                    <a:cubicBezTo>
                      <a:pt x="6245606" y="2126234"/>
                      <a:pt x="6237986" y="2126234"/>
                      <a:pt x="6230366" y="2126234"/>
                    </a:cubicBezTo>
                    <a:cubicBezTo>
                      <a:pt x="6215126" y="2126234"/>
                      <a:pt x="6207506" y="2118614"/>
                      <a:pt x="6199886" y="2103374"/>
                    </a:cubicBezTo>
                    <a:close/>
                    <a:moveTo>
                      <a:pt x="319913" y="1928114"/>
                    </a:moveTo>
                    <a:cubicBezTo>
                      <a:pt x="297053" y="1920494"/>
                      <a:pt x="289433" y="1897634"/>
                      <a:pt x="297053" y="1882394"/>
                    </a:cubicBezTo>
                    <a:cubicBezTo>
                      <a:pt x="312293" y="1859534"/>
                      <a:pt x="335153" y="1851914"/>
                      <a:pt x="350393" y="1859534"/>
                    </a:cubicBezTo>
                    <a:cubicBezTo>
                      <a:pt x="373253" y="1867154"/>
                      <a:pt x="380873" y="1890014"/>
                      <a:pt x="365633" y="1912874"/>
                    </a:cubicBezTo>
                    <a:cubicBezTo>
                      <a:pt x="365633" y="1928114"/>
                      <a:pt x="350393" y="1935734"/>
                      <a:pt x="335153" y="1935734"/>
                    </a:cubicBezTo>
                    <a:cubicBezTo>
                      <a:pt x="327533" y="1935734"/>
                      <a:pt x="327533" y="1935734"/>
                      <a:pt x="319913" y="1928114"/>
                    </a:cubicBezTo>
                    <a:close/>
                    <a:moveTo>
                      <a:pt x="6116193" y="1905254"/>
                    </a:moveTo>
                    <a:cubicBezTo>
                      <a:pt x="6108573" y="1890014"/>
                      <a:pt x="6116193" y="1867154"/>
                      <a:pt x="6131433" y="1851914"/>
                    </a:cubicBezTo>
                    <a:cubicBezTo>
                      <a:pt x="6154293" y="1844294"/>
                      <a:pt x="6177153" y="1851914"/>
                      <a:pt x="6184773" y="1874774"/>
                    </a:cubicBezTo>
                    <a:cubicBezTo>
                      <a:pt x="6192393" y="1890014"/>
                      <a:pt x="6184773" y="1912874"/>
                      <a:pt x="6169533" y="1928114"/>
                    </a:cubicBezTo>
                    <a:cubicBezTo>
                      <a:pt x="6161913" y="1928114"/>
                      <a:pt x="6154293" y="1928114"/>
                      <a:pt x="6146673" y="1928114"/>
                    </a:cubicBezTo>
                    <a:cubicBezTo>
                      <a:pt x="6139053" y="1928114"/>
                      <a:pt x="6123813" y="1920494"/>
                      <a:pt x="6116193" y="1905254"/>
                    </a:cubicBezTo>
                    <a:close/>
                    <a:moveTo>
                      <a:pt x="411353" y="1737614"/>
                    </a:moveTo>
                    <a:cubicBezTo>
                      <a:pt x="396113" y="1729994"/>
                      <a:pt x="388493" y="1707134"/>
                      <a:pt x="396113" y="1684274"/>
                    </a:cubicBezTo>
                    <a:cubicBezTo>
                      <a:pt x="411353" y="1669034"/>
                      <a:pt x="434213" y="1661414"/>
                      <a:pt x="449453" y="1669034"/>
                    </a:cubicBezTo>
                    <a:cubicBezTo>
                      <a:pt x="464693" y="1684274"/>
                      <a:pt x="472313" y="1707134"/>
                      <a:pt x="464693" y="1722374"/>
                    </a:cubicBezTo>
                    <a:cubicBezTo>
                      <a:pt x="457073" y="1737614"/>
                      <a:pt x="441833" y="1745234"/>
                      <a:pt x="434213" y="1745234"/>
                    </a:cubicBezTo>
                    <a:cubicBezTo>
                      <a:pt x="426593" y="1745234"/>
                      <a:pt x="418973" y="1737614"/>
                      <a:pt x="411353" y="1737614"/>
                    </a:cubicBezTo>
                    <a:close/>
                    <a:moveTo>
                      <a:pt x="6017133" y="1714754"/>
                    </a:moveTo>
                    <a:cubicBezTo>
                      <a:pt x="6009513" y="1699514"/>
                      <a:pt x="6017133" y="1676654"/>
                      <a:pt x="6032373" y="1669034"/>
                    </a:cubicBezTo>
                    <a:cubicBezTo>
                      <a:pt x="6055233" y="1653794"/>
                      <a:pt x="6078093" y="1661414"/>
                      <a:pt x="6085713" y="1684274"/>
                    </a:cubicBezTo>
                    <a:cubicBezTo>
                      <a:pt x="6093333" y="1699514"/>
                      <a:pt x="6093333" y="1722374"/>
                      <a:pt x="6070473" y="1729994"/>
                    </a:cubicBezTo>
                    <a:cubicBezTo>
                      <a:pt x="6062853" y="1737614"/>
                      <a:pt x="6062853" y="1737614"/>
                      <a:pt x="6055233" y="1737614"/>
                    </a:cubicBezTo>
                    <a:cubicBezTo>
                      <a:pt x="6039993" y="1737614"/>
                      <a:pt x="6024753" y="1729994"/>
                      <a:pt x="6017133" y="1714754"/>
                    </a:cubicBezTo>
                    <a:close/>
                    <a:moveTo>
                      <a:pt x="517906" y="1554607"/>
                    </a:moveTo>
                    <a:cubicBezTo>
                      <a:pt x="502666" y="1539367"/>
                      <a:pt x="495046" y="1516507"/>
                      <a:pt x="510286" y="1501267"/>
                    </a:cubicBezTo>
                    <a:cubicBezTo>
                      <a:pt x="517906" y="1478407"/>
                      <a:pt x="540766" y="1478407"/>
                      <a:pt x="563626" y="1486027"/>
                    </a:cubicBezTo>
                    <a:cubicBezTo>
                      <a:pt x="578866" y="1501267"/>
                      <a:pt x="586486" y="1524127"/>
                      <a:pt x="571246" y="1539367"/>
                    </a:cubicBezTo>
                    <a:cubicBezTo>
                      <a:pt x="563626" y="1554607"/>
                      <a:pt x="556006" y="1554607"/>
                      <a:pt x="540766" y="1554607"/>
                    </a:cubicBezTo>
                    <a:cubicBezTo>
                      <a:pt x="533146" y="1554607"/>
                      <a:pt x="525526" y="1554607"/>
                      <a:pt x="517906" y="1554607"/>
                    </a:cubicBezTo>
                    <a:close/>
                    <a:moveTo>
                      <a:pt x="5910453" y="1539367"/>
                    </a:moveTo>
                    <a:cubicBezTo>
                      <a:pt x="5902833" y="1516507"/>
                      <a:pt x="5902833" y="1493647"/>
                      <a:pt x="5925693" y="1486027"/>
                    </a:cubicBezTo>
                    <a:cubicBezTo>
                      <a:pt x="5940933" y="1470787"/>
                      <a:pt x="5963793" y="1478407"/>
                      <a:pt x="5979033" y="1493647"/>
                    </a:cubicBezTo>
                    <a:cubicBezTo>
                      <a:pt x="5986653" y="1508887"/>
                      <a:pt x="5979033" y="1539367"/>
                      <a:pt x="5963793" y="1546987"/>
                    </a:cubicBezTo>
                    <a:cubicBezTo>
                      <a:pt x="5956173" y="1554607"/>
                      <a:pt x="5948553" y="1554607"/>
                      <a:pt x="5940933" y="1554607"/>
                    </a:cubicBezTo>
                    <a:cubicBezTo>
                      <a:pt x="5933313" y="1554607"/>
                      <a:pt x="5918073" y="1546987"/>
                      <a:pt x="5910453" y="1539367"/>
                    </a:cubicBezTo>
                    <a:close/>
                    <a:moveTo>
                      <a:pt x="639826" y="1371727"/>
                    </a:moveTo>
                    <a:cubicBezTo>
                      <a:pt x="624586" y="1364107"/>
                      <a:pt x="616966" y="1341247"/>
                      <a:pt x="632206" y="1318387"/>
                    </a:cubicBezTo>
                    <a:cubicBezTo>
                      <a:pt x="647446" y="1303147"/>
                      <a:pt x="670306" y="1303147"/>
                      <a:pt x="685546" y="1310767"/>
                    </a:cubicBezTo>
                    <a:cubicBezTo>
                      <a:pt x="700786" y="1326007"/>
                      <a:pt x="708406" y="1348867"/>
                      <a:pt x="693166" y="1364107"/>
                    </a:cubicBezTo>
                    <a:cubicBezTo>
                      <a:pt x="685546" y="1379347"/>
                      <a:pt x="677926" y="1379347"/>
                      <a:pt x="662686" y="1379347"/>
                    </a:cubicBezTo>
                    <a:cubicBezTo>
                      <a:pt x="655066" y="1379347"/>
                      <a:pt x="647446" y="1379347"/>
                      <a:pt x="639826" y="1371727"/>
                    </a:cubicBezTo>
                    <a:close/>
                    <a:moveTo>
                      <a:pt x="5788660" y="1364107"/>
                    </a:moveTo>
                    <a:cubicBezTo>
                      <a:pt x="5781040" y="1341247"/>
                      <a:pt x="5781040" y="1318387"/>
                      <a:pt x="5796280" y="1310767"/>
                    </a:cubicBezTo>
                    <a:cubicBezTo>
                      <a:pt x="5819140" y="1295527"/>
                      <a:pt x="5842000" y="1303147"/>
                      <a:pt x="5849620" y="1318387"/>
                    </a:cubicBezTo>
                    <a:cubicBezTo>
                      <a:pt x="5864860" y="1333627"/>
                      <a:pt x="5864860" y="1356487"/>
                      <a:pt x="5842000" y="1371727"/>
                    </a:cubicBezTo>
                    <a:cubicBezTo>
                      <a:pt x="5834380" y="1371727"/>
                      <a:pt x="5826760" y="1379347"/>
                      <a:pt x="5819140" y="1379347"/>
                    </a:cubicBezTo>
                    <a:cubicBezTo>
                      <a:pt x="5811520" y="1379347"/>
                      <a:pt x="5796280" y="1371727"/>
                      <a:pt x="5788660" y="1364107"/>
                    </a:cubicBezTo>
                    <a:close/>
                    <a:moveTo>
                      <a:pt x="769239" y="1204087"/>
                    </a:moveTo>
                    <a:cubicBezTo>
                      <a:pt x="753999" y="1188847"/>
                      <a:pt x="753999" y="1165987"/>
                      <a:pt x="769239" y="1150747"/>
                    </a:cubicBezTo>
                    <a:cubicBezTo>
                      <a:pt x="776859" y="1135507"/>
                      <a:pt x="807339" y="1135507"/>
                      <a:pt x="822579" y="1143127"/>
                    </a:cubicBezTo>
                    <a:cubicBezTo>
                      <a:pt x="837819" y="1158367"/>
                      <a:pt x="837819" y="1181227"/>
                      <a:pt x="822579" y="1196467"/>
                    </a:cubicBezTo>
                    <a:cubicBezTo>
                      <a:pt x="814959" y="1211707"/>
                      <a:pt x="807339" y="1211707"/>
                      <a:pt x="792099" y="1211707"/>
                    </a:cubicBezTo>
                    <a:cubicBezTo>
                      <a:pt x="784479" y="1211707"/>
                      <a:pt x="776859" y="1211707"/>
                      <a:pt x="769239" y="1204087"/>
                    </a:cubicBezTo>
                    <a:close/>
                    <a:moveTo>
                      <a:pt x="5659120" y="1196467"/>
                    </a:moveTo>
                    <a:cubicBezTo>
                      <a:pt x="5643880" y="1181227"/>
                      <a:pt x="5651500" y="1158367"/>
                      <a:pt x="5666740" y="1143127"/>
                    </a:cubicBezTo>
                    <a:cubicBezTo>
                      <a:pt x="5681980" y="1127887"/>
                      <a:pt x="5704840" y="1127887"/>
                      <a:pt x="5720080" y="1143127"/>
                    </a:cubicBezTo>
                    <a:cubicBezTo>
                      <a:pt x="5727700" y="1165987"/>
                      <a:pt x="5727700" y="1188847"/>
                      <a:pt x="5712460" y="1196467"/>
                    </a:cubicBezTo>
                    <a:cubicBezTo>
                      <a:pt x="5704840" y="1204087"/>
                      <a:pt x="5697220" y="1211707"/>
                      <a:pt x="5689600" y="1211707"/>
                    </a:cubicBezTo>
                    <a:cubicBezTo>
                      <a:pt x="5674360" y="1211707"/>
                      <a:pt x="5666740" y="1204087"/>
                      <a:pt x="5659120" y="1196467"/>
                    </a:cubicBezTo>
                    <a:close/>
                    <a:moveTo>
                      <a:pt x="914019" y="1044067"/>
                    </a:moveTo>
                    <a:cubicBezTo>
                      <a:pt x="898779" y="1028827"/>
                      <a:pt x="898779" y="1005967"/>
                      <a:pt x="914019" y="990727"/>
                    </a:cubicBezTo>
                    <a:cubicBezTo>
                      <a:pt x="929259" y="975487"/>
                      <a:pt x="952119" y="975487"/>
                      <a:pt x="967359" y="990727"/>
                    </a:cubicBezTo>
                    <a:cubicBezTo>
                      <a:pt x="982599" y="1005967"/>
                      <a:pt x="982599" y="1028827"/>
                      <a:pt x="967359" y="1044067"/>
                    </a:cubicBezTo>
                    <a:cubicBezTo>
                      <a:pt x="959739" y="1051687"/>
                      <a:pt x="952119" y="1051687"/>
                      <a:pt x="936879" y="1051687"/>
                    </a:cubicBezTo>
                    <a:cubicBezTo>
                      <a:pt x="929259" y="1051687"/>
                      <a:pt x="921639" y="1051687"/>
                      <a:pt x="914019" y="1044067"/>
                    </a:cubicBezTo>
                    <a:close/>
                    <a:moveTo>
                      <a:pt x="5514467" y="1036447"/>
                    </a:moveTo>
                    <a:cubicBezTo>
                      <a:pt x="5499227" y="1021207"/>
                      <a:pt x="5506847" y="998347"/>
                      <a:pt x="5514467" y="983107"/>
                    </a:cubicBezTo>
                    <a:cubicBezTo>
                      <a:pt x="5529707" y="967867"/>
                      <a:pt x="5560187" y="967867"/>
                      <a:pt x="5575427" y="983107"/>
                    </a:cubicBezTo>
                    <a:cubicBezTo>
                      <a:pt x="5583047" y="998347"/>
                      <a:pt x="5583047" y="1028827"/>
                      <a:pt x="5567807" y="1036447"/>
                    </a:cubicBezTo>
                    <a:cubicBezTo>
                      <a:pt x="5560187" y="1044067"/>
                      <a:pt x="5552567" y="1051687"/>
                      <a:pt x="5544947" y="1051687"/>
                    </a:cubicBezTo>
                    <a:cubicBezTo>
                      <a:pt x="5537327" y="1051687"/>
                      <a:pt x="5522087" y="1044067"/>
                      <a:pt x="5514467" y="1036447"/>
                    </a:cubicBezTo>
                    <a:close/>
                    <a:moveTo>
                      <a:pt x="1066292" y="891667"/>
                    </a:moveTo>
                    <a:cubicBezTo>
                      <a:pt x="1051052" y="876427"/>
                      <a:pt x="1051052" y="853567"/>
                      <a:pt x="1066292" y="838327"/>
                    </a:cubicBezTo>
                    <a:cubicBezTo>
                      <a:pt x="1081532" y="823087"/>
                      <a:pt x="1104392" y="823087"/>
                      <a:pt x="1119632" y="838327"/>
                    </a:cubicBezTo>
                    <a:cubicBezTo>
                      <a:pt x="1134872" y="853567"/>
                      <a:pt x="1134872" y="884047"/>
                      <a:pt x="1119632" y="899287"/>
                    </a:cubicBezTo>
                    <a:cubicBezTo>
                      <a:pt x="1112012" y="899287"/>
                      <a:pt x="1104392" y="906907"/>
                      <a:pt x="1089152" y="906907"/>
                    </a:cubicBezTo>
                    <a:cubicBezTo>
                      <a:pt x="1081532" y="906907"/>
                      <a:pt x="1073912" y="899287"/>
                      <a:pt x="1066292" y="891667"/>
                    </a:cubicBezTo>
                    <a:close/>
                    <a:moveTo>
                      <a:pt x="5362067" y="891667"/>
                    </a:moveTo>
                    <a:cubicBezTo>
                      <a:pt x="5346827" y="876427"/>
                      <a:pt x="5346827" y="853567"/>
                      <a:pt x="5362067" y="838327"/>
                    </a:cubicBezTo>
                    <a:cubicBezTo>
                      <a:pt x="5377307" y="823087"/>
                      <a:pt x="5400167" y="823087"/>
                      <a:pt x="5415407" y="838327"/>
                    </a:cubicBezTo>
                    <a:cubicBezTo>
                      <a:pt x="5430647" y="845947"/>
                      <a:pt x="5430647" y="876427"/>
                      <a:pt x="5415407" y="891667"/>
                    </a:cubicBezTo>
                    <a:cubicBezTo>
                      <a:pt x="5407787" y="899287"/>
                      <a:pt x="5400167" y="899287"/>
                      <a:pt x="5392547" y="899287"/>
                    </a:cubicBezTo>
                    <a:cubicBezTo>
                      <a:pt x="5384927" y="899287"/>
                      <a:pt x="5369687" y="899287"/>
                      <a:pt x="5362067" y="891667"/>
                    </a:cubicBezTo>
                    <a:close/>
                    <a:moveTo>
                      <a:pt x="1226312" y="754507"/>
                    </a:moveTo>
                    <a:cubicBezTo>
                      <a:pt x="1211072" y="739267"/>
                      <a:pt x="1218692" y="708787"/>
                      <a:pt x="1233932" y="701167"/>
                    </a:cubicBezTo>
                    <a:cubicBezTo>
                      <a:pt x="1249172" y="685927"/>
                      <a:pt x="1272032" y="685927"/>
                      <a:pt x="1287272" y="708787"/>
                    </a:cubicBezTo>
                    <a:cubicBezTo>
                      <a:pt x="1302512" y="724027"/>
                      <a:pt x="1294892" y="746887"/>
                      <a:pt x="1279652" y="762127"/>
                    </a:cubicBezTo>
                    <a:cubicBezTo>
                      <a:pt x="1272032" y="762127"/>
                      <a:pt x="1264412" y="769747"/>
                      <a:pt x="1256792" y="769747"/>
                    </a:cubicBezTo>
                    <a:cubicBezTo>
                      <a:pt x="1241552" y="769747"/>
                      <a:pt x="1233932" y="762127"/>
                      <a:pt x="1226312" y="754507"/>
                    </a:cubicBezTo>
                    <a:close/>
                    <a:moveTo>
                      <a:pt x="5202174" y="754507"/>
                    </a:moveTo>
                    <a:cubicBezTo>
                      <a:pt x="5186934" y="739267"/>
                      <a:pt x="5186934" y="716407"/>
                      <a:pt x="5194554" y="701167"/>
                    </a:cubicBezTo>
                    <a:cubicBezTo>
                      <a:pt x="5209794" y="685927"/>
                      <a:pt x="5232654" y="685927"/>
                      <a:pt x="5247894" y="693547"/>
                    </a:cubicBezTo>
                    <a:cubicBezTo>
                      <a:pt x="5270754" y="708787"/>
                      <a:pt x="5270754" y="731647"/>
                      <a:pt x="5255514" y="746887"/>
                    </a:cubicBezTo>
                    <a:cubicBezTo>
                      <a:pt x="5247894" y="762127"/>
                      <a:pt x="5240274" y="762127"/>
                      <a:pt x="5225034" y="762127"/>
                    </a:cubicBezTo>
                    <a:cubicBezTo>
                      <a:pt x="5217414" y="762127"/>
                      <a:pt x="5209794" y="762127"/>
                      <a:pt x="5202174" y="754507"/>
                    </a:cubicBezTo>
                    <a:close/>
                    <a:moveTo>
                      <a:pt x="1393825" y="624967"/>
                    </a:moveTo>
                    <a:cubicBezTo>
                      <a:pt x="1386205" y="602107"/>
                      <a:pt x="1386205" y="579247"/>
                      <a:pt x="1409065" y="571627"/>
                    </a:cubicBezTo>
                    <a:cubicBezTo>
                      <a:pt x="1424305" y="556387"/>
                      <a:pt x="1447165" y="564007"/>
                      <a:pt x="1462405" y="579247"/>
                    </a:cubicBezTo>
                    <a:cubicBezTo>
                      <a:pt x="1470025" y="594487"/>
                      <a:pt x="1470025" y="617347"/>
                      <a:pt x="1447165" y="632587"/>
                    </a:cubicBezTo>
                    <a:cubicBezTo>
                      <a:pt x="1439545" y="640207"/>
                      <a:pt x="1439545" y="640207"/>
                      <a:pt x="1431925" y="640207"/>
                    </a:cubicBezTo>
                    <a:cubicBezTo>
                      <a:pt x="1416685" y="640207"/>
                      <a:pt x="1401445" y="632587"/>
                      <a:pt x="1393825" y="624967"/>
                    </a:cubicBezTo>
                    <a:close/>
                    <a:moveTo>
                      <a:pt x="5034534" y="632587"/>
                    </a:moveTo>
                    <a:cubicBezTo>
                      <a:pt x="5011674" y="617347"/>
                      <a:pt x="5011674" y="594487"/>
                      <a:pt x="5019294" y="579247"/>
                    </a:cubicBezTo>
                    <a:cubicBezTo>
                      <a:pt x="5034534" y="556387"/>
                      <a:pt x="5057394" y="556387"/>
                      <a:pt x="5072634" y="564007"/>
                    </a:cubicBezTo>
                    <a:cubicBezTo>
                      <a:pt x="5095494" y="579247"/>
                      <a:pt x="5095494" y="602107"/>
                      <a:pt x="5087874" y="617347"/>
                    </a:cubicBezTo>
                    <a:cubicBezTo>
                      <a:pt x="5080254" y="632587"/>
                      <a:pt x="5065014" y="632587"/>
                      <a:pt x="5057394" y="632587"/>
                    </a:cubicBezTo>
                    <a:cubicBezTo>
                      <a:pt x="5049774" y="632587"/>
                      <a:pt x="5042154" y="632587"/>
                      <a:pt x="5034534" y="632587"/>
                    </a:cubicBezTo>
                    <a:close/>
                    <a:moveTo>
                      <a:pt x="1576578" y="502920"/>
                    </a:moveTo>
                    <a:cubicBezTo>
                      <a:pt x="1561338" y="487680"/>
                      <a:pt x="1568958" y="464820"/>
                      <a:pt x="1591818" y="449580"/>
                    </a:cubicBezTo>
                    <a:cubicBezTo>
                      <a:pt x="1607058" y="441960"/>
                      <a:pt x="1629918" y="449580"/>
                      <a:pt x="1637538" y="464820"/>
                    </a:cubicBezTo>
                    <a:cubicBezTo>
                      <a:pt x="1652778" y="487680"/>
                      <a:pt x="1645158" y="510540"/>
                      <a:pt x="1629918" y="518160"/>
                    </a:cubicBezTo>
                    <a:cubicBezTo>
                      <a:pt x="1622298" y="525780"/>
                      <a:pt x="1614678" y="525780"/>
                      <a:pt x="1607058" y="525780"/>
                    </a:cubicBezTo>
                    <a:cubicBezTo>
                      <a:pt x="1591818" y="525780"/>
                      <a:pt x="1584198" y="518160"/>
                      <a:pt x="1576578" y="502920"/>
                    </a:cubicBezTo>
                    <a:close/>
                    <a:moveTo>
                      <a:pt x="4851781" y="518160"/>
                    </a:moveTo>
                    <a:cubicBezTo>
                      <a:pt x="4836541" y="502920"/>
                      <a:pt x="4828921" y="480060"/>
                      <a:pt x="4844161" y="464820"/>
                    </a:cubicBezTo>
                    <a:cubicBezTo>
                      <a:pt x="4851781" y="441960"/>
                      <a:pt x="4874641" y="441960"/>
                      <a:pt x="4889881" y="449580"/>
                    </a:cubicBezTo>
                    <a:cubicBezTo>
                      <a:pt x="4912741" y="457200"/>
                      <a:pt x="4920361" y="487680"/>
                      <a:pt x="4905121" y="502920"/>
                    </a:cubicBezTo>
                    <a:cubicBezTo>
                      <a:pt x="4897501" y="510540"/>
                      <a:pt x="4889881" y="518160"/>
                      <a:pt x="4874641" y="518160"/>
                    </a:cubicBezTo>
                    <a:cubicBezTo>
                      <a:pt x="4867021" y="518160"/>
                      <a:pt x="4859401" y="518160"/>
                      <a:pt x="4851781" y="518160"/>
                    </a:cubicBezTo>
                    <a:close/>
                    <a:moveTo>
                      <a:pt x="1759458" y="396240"/>
                    </a:moveTo>
                    <a:cubicBezTo>
                      <a:pt x="1751838" y="381000"/>
                      <a:pt x="1759458" y="358140"/>
                      <a:pt x="1782318" y="350520"/>
                    </a:cubicBezTo>
                    <a:cubicBezTo>
                      <a:pt x="1797558" y="335280"/>
                      <a:pt x="1820418" y="342900"/>
                      <a:pt x="1828038" y="365760"/>
                    </a:cubicBezTo>
                    <a:cubicBezTo>
                      <a:pt x="1835658" y="381000"/>
                      <a:pt x="1835658" y="403860"/>
                      <a:pt x="1812798" y="419100"/>
                    </a:cubicBezTo>
                    <a:cubicBezTo>
                      <a:pt x="1805178" y="419100"/>
                      <a:pt x="1805178" y="419100"/>
                      <a:pt x="1797558" y="419100"/>
                    </a:cubicBezTo>
                    <a:cubicBezTo>
                      <a:pt x="1782318" y="419100"/>
                      <a:pt x="1767078" y="411480"/>
                      <a:pt x="1759458" y="396240"/>
                    </a:cubicBezTo>
                    <a:close/>
                    <a:moveTo>
                      <a:pt x="4669028" y="411480"/>
                    </a:moveTo>
                    <a:cubicBezTo>
                      <a:pt x="4646168" y="403860"/>
                      <a:pt x="4646168" y="381000"/>
                      <a:pt x="4653788" y="365760"/>
                    </a:cubicBezTo>
                    <a:cubicBezTo>
                      <a:pt x="4661408" y="342900"/>
                      <a:pt x="4684268" y="335280"/>
                      <a:pt x="4699508" y="342900"/>
                    </a:cubicBezTo>
                    <a:cubicBezTo>
                      <a:pt x="4722368" y="358140"/>
                      <a:pt x="4729988" y="381000"/>
                      <a:pt x="4722368" y="396240"/>
                    </a:cubicBezTo>
                    <a:cubicBezTo>
                      <a:pt x="4714748" y="411480"/>
                      <a:pt x="4699508" y="419100"/>
                      <a:pt x="4684268" y="419100"/>
                    </a:cubicBezTo>
                    <a:cubicBezTo>
                      <a:pt x="4676648" y="419100"/>
                      <a:pt x="4676648" y="419100"/>
                      <a:pt x="4669028" y="411480"/>
                    </a:cubicBezTo>
                    <a:close/>
                    <a:moveTo>
                      <a:pt x="1957451" y="304800"/>
                    </a:moveTo>
                    <a:cubicBezTo>
                      <a:pt x="1949831" y="289560"/>
                      <a:pt x="1957451" y="266700"/>
                      <a:pt x="1972691" y="259080"/>
                    </a:cubicBezTo>
                    <a:cubicBezTo>
                      <a:pt x="1995551" y="251460"/>
                      <a:pt x="2018411" y="259080"/>
                      <a:pt x="2026031" y="274320"/>
                    </a:cubicBezTo>
                    <a:cubicBezTo>
                      <a:pt x="2033651" y="297180"/>
                      <a:pt x="2026031" y="320040"/>
                      <a:pt x="2003171" y="327660"/>
                    </a:cubicBezTo>
                    <a:cubicBezTo>
                      <a:pt x="2003171" y="327660"/>
                      <a:pt x="1995551" y="327660"/>
                      <a:pt x="1987931" y="327660"/>
                    </a:cubicBezTo>
                    <a:cubicBezTo>
                      <a:pt x="1972691" y="327660"/>
                      <a:pt x="1957451" y="320040"/>
                      <a:pt x="1957451" y="304800"/>
                    </a:cubicBezTo>
                    <a:close/>
                    <a:moveTo>
                      <a:pt x="4478528" y="327660"/>
                    </a:moveTo>
                    <a:cubicBezTo>
                      <a:pt x="4455668" y="312420"/>
                      <a:pt x="4448048" y="297180"/>
                      <a:pt x="4455668" y="274320"/>
                    </a:cubicBezTo>
                    <a:cubicBezTo>
                      <a:pt x="4463288" y="251460"/>
                      <a:pt x="4486148" y="243840"/>
                      <a:pt x="4509008" y="251460"/>
                    </a:cubicBezTo>
                    <a:cubicBezTo>
                      <a:pt x="4524248" y="259080"/>
                      <a:pt x="4531868" y="281940"/>
                      <a:pt x="4524248" y="304800"/>
                    </a:cubicBezTo>
                    <a:cubicBezTo>
                      <a:pt x="4516628" y="320040"/>
                      <a:pt x="4509008" y="327660"/>
                      <a:pt x="4493768" y="327660"/>
                    </a:cubicBezTo>
                    <a:cubicBezTo>
                      <a:pt x="4486148" y="327660"/>
                      <a:pt x="4478528" y="327660"/>
                      <a:pt x="4478528" y="327660"/>
                    </a:cubicBezTo>
                    <a:close/>
                    <a:moveTo>
                      <a:pt x="2155444" y="228600"/>
                    </a:moveTo>
                    <a:cubicBezTo>
                      <a:pt x="2147824" y="205740"/>
                      <a:pt x="2155444" y="182880"/>
                      <a:pt x="2178304" y="175260"/>
                    </a:cubicBezTo>
                    <a:cubicBezTo>
                      <a:pt x="2193544" y="175260"/>
                      <a:pt x="2216404" y="182880"/>
                      <a:pt x="2224024" y="205740"/>
                    </a:cubicBezTo>
                    <a:cubicBezTo>
                      <a:pt x="2231644" y="220980"/>
                      <a:pt x="2224024" y="243840"/>
                      <a:pt x="2201164" y="251460"/>
                    </a:cubicBezTo>
                    <a:cubicBezTo>
                      <a:pt x="2201164" y="251460"/>
                      <a:pt x="2193544" y="251460"/>
                      <a:pt x="2185924" y="251460"/>
                    </a:cubicBezTo>
                    <a:cubicBezTo>
                      <a:pt x="2170684" y="251460"/>
                      <a:pt x="2155444" y="243840"/>
                      <a:pt x="2155444" y="228600"/>
                    </a:cubicBezTo>
                    <a:close/>
                    <a:moveTo>
                      <a:pt x="4280535" y="251460"/>
                    </a:moveTo>
                    <a:cubicBezTo>
                      <a:pt x="4257675" y="243840"/>
                      <a:pt x="4250055" y="220980"/>
                      <a:pt x="4257675" y="198120"/>
                    </a:cubicBezTo>
                    <a:cubicBezTo>
                      <a:pt x="4265295" y="182880"/>
                      <a:pt x="4280535" y="167640"/>
                      <a:pt x="4303395" y="175260"/>
                    </a:cubicBezTo>
                    <a:cubicBezTo>
                      <a:pt x="4326255" y="182880"/>
                      <a:pt x="4333875" y="205740"/>
                      <a:pt x="4326255" y="220980"/>
                    </a:cubicBezTo>
                    <a:cubicBezTo>
                      <a:pt x="4318635" y="243840"/>
                      <a:pt x="4303395" y="251460"/>
                      <a:pt x="4288155" y="251460"/>
                    </a:cubicBezTo>
                    <a:cubicBezTo>
                      <a:pt x="4288155" y="251460"/>
                      <a:pt x="4280535" y="251460"/>
                      <a:pt x="4280535" y="251460"/>
                    </a:cubicBezTo>
                    <a:close/>
                    <a:moveTo>
                      <a:pt x="2353564" y="160020"/>
                    </a:moveTo>
                    <a:cubicBezTo>
                      <a:pt x="2353564" y="137160"/>
                      <a:pt x="2361184" y="121920"/>
                      <a:pt x="2384044" y="114300"/>
                    </a:cubicBezTo>
                    <a:cubicBezTo>
                      <a:pt x="2406904" y="106680"/>
                      <a:pt x="2422144" y="121920"/>
                      <a:pt x="2429764" y="137160"/>
                    </a:cubicBezTo>
                    <a:cubicBezTo>
                      <a:pt x="2437384" y="160020"/>
                      <a:pt x="2422144" y="182880"/>
                      <a:pt x="2406904" y="190500"/>
                    </a:cubicBezTo>
                    <a:cubicBezTo>
                      <a:pt x="2399284" y="190500"/>
                      <a:pt x="2399284" y="190500"/>
                      <a:pt x="2391664" y="190500"/>
                    </a:cubicBezTo>
                    <a:cubicBezTo>
                      <a:pt x="2376424" y="190500"/>
                      <a:pt x="2361184" y="175260"/>
                      <a:pt x="2353564" y="160020"/>
                    </a:cubicBezTo>
                    <a:close/>
                    <a:moveTo>
                      <a:pt x="4074922" y="182880"/>
                    </a:moveTo>
                    <a:cubicBezTo>
                      <a:pt x="4059682" y="182880"/>
                      <a:pt x="4044442" y="160020"/>
                      <a:pt x="4052062" y="137160"/>
                    </a:cubicBezTo>
                    <a:cubicBezTo>
                      <a:pt x="4052062" y="121920"/>
                      <a:pt x="4074922" y="106680"/>
                      <a:pt x="4097782" y="114300"/>
                    </a:cubicBezTo>
                    <a:cubicBezTo>
                      <a:pt x="4120642" y="114300"/>
                      <a:pt x="4128262" y="137160"/>
                      <a:pt x="4120642" y="160020"/>
                    </a:cubicBezTo>
                    <a:cubicBezTo>
                      <a:pt x="4120642" y="175260"/>
                      <a:pt x="4105402" y="190500"/>
                      <a:pt x="4090162" y="190500"/>
                    </a:cubicBezTo>
                    <a:cubicBezTo>
                      <a:pt x="4082542" y="190500"/>
                      <a:pt x="4082542" y="182880"/>
                      <a:pt x="4074922" y="182880"/>
                    </a:cubicBezTo>
                    <a:close/>
                    <a:moveTo>
                      <a:pt x="2566797" y="106680"/>
                    </a:moveTo>
                    <a:cubicBezTo>
                      <a:pt x="2559177" y="91440"/>
                      <a:pt x="2574417" y="68580"/>
                      <a:pt x="2597277" y="60960"/>
                    </a:cubicBezTo>
                    <a:cubicBezTo>
                      <a:pt x="2612517" y="60960"/>
                      <a:pt x="2635377" y="76200"/>
                      <a:pt x="2635377" y="91440"/>
                    </a:cubicBezTo>
                    <a:cubicBezTo>
                      <a:pt x="2642997" y="114300"/>
                      <a:pt x="2627757" y="137160"/>
                      <a:pt x="2612517" y="137160"/>
                    </a:cubicBezTo>
                    <a:cubicBezTo>
                      <a:pt x="2604897" y="137160"/>
                      <a:pt x="2604897" y="137160"/>
                      <a:pt x="2604897" y="137160"/>
                    </a:cubicBezTo>
                    <a:cubicBezTo>
                      <a:pt x="2582037" y="137160"/>
                      <a:pt x="2566797" y="129540"/>
                      <a:pt x="2566797" y="106680"/>
                    </a:cubicBezTo>
                    <a:close/>
                    <a:moveTo>
                      <a:pt x="3869182" y="137160"/>
                    </a:moveTo>
                    <a:cubicBezTo>
                      <a:pt x="3846322" y="129540"/>
                      <a:pt x="3838702" y="114300"/>
                      <a:pt x="3838702" y="91440"/>
                    </a:cubicBezTo>
                    <a:cubicBezTo>
                      <a:pt x="3846322" y="68580"/>
                      <a:pt x="3861562" y="60960"/>
                      <a:pt x="3884422" y="60960"/>
                    </a:cubicBezTo>
                    <a:cubicBezTo>
                      <a:pt x="3907282" y="68580"/>
                      <a:pt x="3922522" y="83820"/>
                      <a:pt x="3914902" y="106680"/>
                    </a:cubicBezTo>
                    <a:cubicBezTo>
                      <a:pt x="3914902" y="121920"/>
                      <a:pt x="3899662" y="137160"/>
                      <a:pt x="3876802" y="137160"/>
                    </a:cubicBezTo>
                    <a:cubicBezTo>
                      <a:pt x="3876802" y="137160"/>
                      <a:pt x="3876802" y="137160"/>
                      <a:pt x="3869182" y="137160"/>
                    </a:cubicBezTo>
                    <a:close/>
                    <a:moveTo>
                      <a:pt x="2772410" y="68580"/>
                    </a:moveTo>
                    <a:cubicBezTo>
                      <a:pt x="2772410" y="45720"/>
                      <a:pt x="2787650" y="30480"/>
                      <a:pt x="2810510" y="30480"/>
                    </a:cubicBezTo>
                    <a:cubicBezTo>
                      <a:pt x="2825750" y="22860"/>
                      <a:pt x="2848610" y="38100"/>
                      <a:pt x="2848610" y="60960"/>
                    </a:cubicBezTo>
                    <a:cubicBezTo>
                      <a:pt x="2856230" y="83820"/>
                      <a:pt x="2840990" y="99060"/>
                      <a:pt x="2818130" y="106680"/>
                    </a:cubicBezTo>
                    <a:cubicBezTo>
                      <a:pt x="2818130" y="106680"/>
                      <a:pt x="2818130" y="106680"/>
                      <a:pt x="2810510" y="106680"/>
                    </a:cubicBezTo>
                    <a:cubicBezTo>
                      <a:pt x="2795270" y="106680"/>
                      <a:pt x="2780030" y="91440"/>
                      <a:pt x="2772410" y="68580"/>
                    </a:cubicBezTo>
                    <a:close/>
                    <a:moveTo>
                      <a:pt x="3663569" y="99060"/>
                    </a:moveTo>
                    <a:cubicBezTo>
                      <a:pt x="3640709" y="99060"/>
                      <a:pt x="3625469" y="83820"/>
                      <a:pt x="3633089" y="60960"/>
                    </a:cubicBezTo>
                    <a:cubicBezTo>
                      <a:pt x="3633089" y="38100"/>
                      <a:pt x="3648329" y="22860"/>
                      <a:pt x="3671189" y="22860"/>
                    </a:cubicBezTo>
                    <a:cubicBezTo>
                      <a:pt x="3694049" y="30480"/>
                      <a:pt x="3709289" y="45720"/>
                      <a:pt x="3701669" y="68580"/>
                    </a:cubicBezTo>
                    <a:cubicBezTo>
                      <a:pt x="3701669" y="91440"/>
                      <a:pt x="3686429" y="99060"/>
                      <a:pt x="3663569" y="99060"/>
                    </a:cubicBezTo>
                    <a:close/>
                    <a:moveTo>
                      <a:pt x="2985770" y="45720"/>
                    </a:moveTo>
                    <a:cubicBezTo>
                      <a:pt x="2985770" y="22860"/>
                      <a:pt x="3001010" y="7620"/>
                      <a:pt x="3023870" y="7620"/>
                    </a:cubicBezTo>
                    <a:cubicBezTo>
                      <a:pt x="3046730" y="7620"/>
                      <a:pt x="3061970" y="22860"/>
                      <a:pt x="3061970" y="38100"/>
                    </a:cubicBezTo>
                    <a:cubicBezTo>
                      <a:pt x="3061970" y="60960"/>
                      <a:pt x="3046730" y="83820"/>
                      <a:pt x="3031490" y="83820"/>
                    </a:cubicBezTo>
                    <a:cubicBezTo>
                      <a:pt x="3031490" y="83820"/>
                      <a:pt x="3023870" y="83820"/>
                      <a:pt x="3023870" y="83820"/>
                    </a:cubicBezTo>
                    <a:cubicBezTo>
                      <a:pt x="3008630" y="83820"/>
                      <a:pt x="2985770" y="68580"/>
                      <a:pt x="2985770" y="45720"/>
                    </a:cubicBezTo>
                    <a:close/>
                    <a:moveTo>
                      <a:pt x="3450336" y="83820"/>
                    </a:moveTo>
                    <a:cubicBezTo>
                      <a:pt x="3427476" y="76200"/>
                      <a:pt x="3412236" y="60960"/>
                      <a:pt x="3412236" y="38100"/>
                    </a:cubicBezTo>
                    <a:cubicBezTo>
                      <a:pt x="3419856" y="22860"/>
                      <a:pt x="3435096" y="0"/>
                      <a:pt x="3457956" y="7620"/>
                    </a:cubicBezTo>
                    <a:cubicBezTo>
                      <a:pt x="3480816" y="7620"/>
                      <a:pt x="3496056" y="22860"/>
                      <a:pt x="3488436" y="45720"/>
                    </a:cubicBezTo>
                    <a:cubicBezTo>
                      <a:pt x="3488436" y="68580"/>
                      <a:pt x="3473196" y="83820"/>
                      <a:pt x="3450336" y="83820"/>
                    </a:cubicBezTo>
                    <a:close/>
                    <a:moveTo>
                      <a:pt x="3199003" y="38100"/>
                    </a:moveTo>
                    <a:cubicBezTo>
                      <a:pt x="3199003" y="15240"/>
                      <a:pt x="3221863" y="0"/>
                      <a:pt x="3237103" y="0"/>
                    </a:cubicBezTo>
                    <a:cubicBezTo>
                      <a:pt x="3259963" y="0"/>
                      <a:pt x="3275203" y="15240"/>
                      <a:pt x="3275203" y="38100"/>
                    </a:cubicBezTo>
                    <a:cubicBezTo>
                      <a:pt x="3275203" y="60960"/>
                      <a:pt x="3259963" y="76200"/>
                      <a:pt x="3237103" y="76200"/>
                    </a:cubicBezTo>
                    <a:cubicBezTo>
                      <a:pt x="3221863" y="76200"/>
                      <a:pt x="3199003" y="60960"/>
                      <a:pt x="3199003" y="3810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56397" y="2905102"/>
              <a:ext cx="5342379" cy="520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Target Audience :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2335293" y="964915"/>
              <a:ext cx="1584587" cy="1584587"/>
            </a:xfrm>
            <a:custGeom>
              <a:avLst/>
              <a:gdLst/>
              <a:ahLst/>
              <a:cxnLst/>
              <a:rect r="r" b="b" t="t" l="l"/>
              <a:pathLst>
                <a:path h="1584587" w="1584587">
                  <a:moveTo>
                    <a:pt x="0" y="0"/>
                  </a:moveTo>
                  <a:lnTo>
                    <a:pt x="1584587" y="0"/>
                  </a:lnTo>
                  <a:lnTo>
                    <a:pt x="1584587" y="1584587"/>
                  </a:lnTo>
                  <a:lnTo>
                    <a:pt x="0" y="1584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456397" y="3852094"/>
              <a:ext cx="5342379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FINANCE S</a:t>
              </a: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TAFF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HORIZONU STUDENT</a:t>
              </a:r>
            </a:p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8692" y="6667739"/>
            <a:ext cx="85132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is the business curently managed?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8692" y="7434184"/>
            <a:ext cx="10631869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Cur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rently, the Finance Team uses Excel to record and manage student uniform inventory and distribution. Distribution schedules are announced via email, while stock records and pickup statuses are still managed manually.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686250" y="9585341"/>
            <a:ext cx="3368215" cy="988106"/>
          </a:xfrm>
          <a:custGeom>
            <a:avLst/>
            <a:gdLst/>
            <a:ahLst/>
            <a:cxnLst/>
            <a:rect r="r" b="b" t="t" l="l"/>
            <a:pathLst>
              <a:path h="988106" w="3368215">
                <a:moveTo>
                  <a:pt x="0" y="0"/>
                </a:moveTo>
                <a:lnTo>
                  <a:pt x="3368216" y="0"/>
                </a:lnTo>
                <a:lnTo>
                  <a:pt x="3368216" y="988106"/>
                </a:lnTo>
                <a:lnTo>
                  <a:pt x="0" y="98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6315" y="1911270"/>
            <a:ext cx="3024888" cy="529127"/>
            <a:chOff x="0" y="0"/>
            <a:chExt cx="1281756" cy="224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solidFill>
              <a:srgbClr val="980517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1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16315" y="643945"/>
            <a:ext cx="75252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Observation Result</a:t>
            </a:r>
          </a:p>
        </p:txBody>
      </p:sp>
      <p:grpSp>
        <p:nvGrpSpPr>
          <p:cNvPr name="Group 6" id="6"/>
          <p:cNvGrpSpPr/>
          <p:nvPr/>
        </p:nvGrpSpPr>
        <p:grpSpPr>
          <a:xfrm rot="7573183">
            <a:off x="-318627" y="6386053"/>
            <a:ext cx="1013029" cy="10130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1898322">
            <a:off x="-4199202" y="-3846438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8774178" y="0"/>
                </a:moveTo>
                <a:lnTo>
                  <a:pt x="0" y="0"/>
                </a:lnTo>
                <a:lnTo>
                  <a:pt x="0" y="8796168"/>
                </a:lnTo>
                <a:lnTo>
                  <a:pt x="8774178" y="8796168"/>
                </a:lnTo>
                <a:lnTo>
                  <a:pt x="87741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16315" y="2595489"/>
            <a:ext cx="1004711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Unif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orm distribution announcements are sent manually to each student’s email and take a long time.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16315" y="3829929"/>
            <a:ext cx="3024888" cy="529127"/>
            <a:chOff x="0" y="0"/>
            <a:chExt cx="1281756" cy="224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solidFill>
              <a:srgbClr val="98051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816315" y="4514148"/>
            <a:ext cx="1004711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Inc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reasing amounts of data cause Excel to lag, become unresponsive, or crash.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16315" y="5748588"/>
            <a:ext cx="3024888" cy="529127"/>
            <a:chOff x="0" y="0"/>
            <a:chExt cx="1281756" cy="224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solidFill>
              <a:srgbClr val="98051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16315" y="6432806"/>
            <a:ext cx="1004711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Inf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ormation about the uniforms received is manually sent to each student's email.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816315" y="7667246"/>
            <a:ext cx="3024888" cy="529127"/>
            <a:chOff x="0" y="0"/>
            <a:chExt cx="1281756" cy="2242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solidFill>
              <a:srgbClr val="980517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816315" y="8351465"/>
            <a:ext cx="1004711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QR c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odes also generated manually to verify student identities, making the process time-consuming.</a:t>
            </a:r>
          </a:p>
        </p:txBody>
      </p:sp>
      <p:sp>
        <p:nvSpPr>
          <p:cNvPr name="Freeform 23" id="23"/>
          <p:cNvSpPr/>
          <p:nvPr/>
        </p:nvSpPr>
        <p:spPr>
          <a:xfrm flipH="true" flipV="false" rot="0">
            <a:off x="484828" y="7213342"/>
            <a:ext cx="3842072" cy="3073658"/>
          </a:xfrm>
          <a:custGeom>
            <a:avLst/>
            <a:gdLst/>
            <a:ahLst/>
            <a:cxnLst/>
            <a:rect r="r" b="b" t="t" l="l"/>
            <a:pathLst>
              <a:path h="3073658" w="3842072">
                <a:moveTo>
                  <a:pt x="3842072" y="0"/>
                </a:moveTo>
                <a:lnTo>
                  <a:pt x="0" y="0"/>
                </a:lnTo>
                <a:lnTo>
                  <a:pt x="0" y="3073658"/>
                </a:lnTo>
                <a:lnTo>
                  <a:pt x="3842072" y="3073658"/>
                </a:lnTo>
                <a:lnTo>
                  <a:pt x="384207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217" y="9772650"/>
            <a:ext cx="18476217" cy="1028700"/>
            <a:chOff x="0" y="0"/>
            <a:chExt cx="4866164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C516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6077273"/>
          </a:xfrm>
          <a:custGeom>
            <a:avLst/>
            <a:gdLst/>
            <a:ahLst/>
            <a:cxnLst/>
            <a:rect r="r" b="b" t="t" l="l"/>
            <a:pathLst>
              <a:path h="6077273" w="18288000">
                <a:moveTo>
                  <a:pt x="0" y="0"/>
                </a:moveTo>
                <a:lnTo>
                  <a:pt x="18288000" y="0"/>
                </a:lnTo>
                <a:lnTo>
                  <a:pt x="18288000" y="6077273"/>
                </a:lnTo>
                <a:lnTo>
                  <a:pt x="0" y="6077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85" r="0" b="-3340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8553"/>
            <a:ext cx="18288000" cy="5983017"/>
            <a:chOff x="0" y="0"/>
            <a:chExt cx="4816593" cy="1575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575774"/>
            </a:xfrm>
            <a:custGeom>
              <a:avLst/>
              <a:gdLst/>
              <a:ahLst/>
              <a:cxnLst/>
              <a:rect r="r" b="b" t="t" l="l"/>
              <a:pathLst>
                <a:path h="157577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75774"/>
                  </a:lnTo>
                  <a:lnTo>
                    <a:pt x="0" y="1575774"/>
                  </a:lnTo>
                  <a:close/>
                </a:path>
              </a:pathLst>
            </a:custGeom>
            <a:solidFill>
              <a:srgbClr val="980517">
                <a:alpha val="6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1613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73449" y="3280015"/>
            <a:ext cx="11552885" cy="3531520"/>
            <a:chOff x="0" y="0"/>
            <a:chExt cx="3042735" cy="9301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2735" cy="930112"/>
            </a:xfrm>
            <a:custGeom>
              <a:avLst/>
              <a:gdLst/>
              <a:ahLst/>
              <a:cxnLst/>
              <a:rect r="r" b="b" t="t" l="l"/>
              <a:pathLst>
                <a:path h="930112" w="3042735">
                  <a:moveTo>
                    <a:pt x="0" y="0"/>
                  </a:moveTo>
                  <a:lnTo>
                    <a:pt x="3042735" y="0"/>
                  </a:lnTo>
                  <a:lnTo>
                    <a:pt x="3042735" y="930112"/>
                  </a:lnTo>
                  <a:lnTo>
                    <a:pt x="0" y="930112"/>
                  </a:lnTo>
                  <a:close/>
                </a:path>
              </a:pathLst>
            </a:custGeom>
            <a:solidFill>
              <a:srgbClr val="98051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042735" cy="968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316984" y="3505225"/>
            <a:ext cx="74658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26335" y="4719243"/>
            <a:ext cx="10047114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“The Finance Staff faces difficulties managing u</a:t>
            </a:r>
            <a:r>
              <a:rPr lang="en-US" sz="2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nif</a:t>
            </a:r>
            <a:r>
              <a:rPr lang="en-US" sz="22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orm distribution because announcements, inventory records, information delivery, and pickup validation are still handled manually, resulting in time-consuming processes and potential operational issues.”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0370" y="8021211"/>
            <a:ext cx="1506726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true">
                <a:solidFill>
                  <a:srgbClr val="10101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What does the Finance Staff need to make uniform distribution more efficient and manageable?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893" r="0" b="-819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317" y="1528130"/>
            <a:ext cx="16849374" cy="8508934"/>
          </a:xfrm>
          <a:custGeom>
            <a:avLst/>
            <a:gdLst/>
            <a:ahLst/>
            <a:cxnLst/>
            <a:rect r="r" b="b" t="t" l="l"/>
            <a:pathLst>
              <a:path h="8508934" w="16849374">
                <a:moveTo>
                  <a:pt x="0" y="0"/>
                </a:moveTo>
                <a:lnTo>
                  <a:pt x="16849374" y="0"/>
                </a:lnTo>
                <a:lnTo>
                  <a:pt x="16849374" y="8508934"/>
                </a:lnTo>
                <a:lnTo>
                  <a:pt x="0" y="8508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94608" y="328295"/>
            <a:ext cx="746581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Persona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52051" y="7079932"/>
            <a:ext cx="10709553" cy="107095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27554" y="-2890302"/>
            <a:ext cx="7607139" cy="7607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5468" y="8471288"/>
            <a:ext cx="6668782" cy="1317085"/>
          </a:xfrm>
          <a:custGeom>
            <a:avLst/>
            <a:gdLst/>
            <a:ahLst/>
            <a:cxnLst/>
            <a:rect r="r" b="b" t="t" l="l"/>
            <a:pathLst>
              <a:path h="1317085" w="6668782">
                <a:moveTo>
                  <a:pt x="0" y="0"/>
                </a:moveTo>
                <a:lnTo>
                  <a:pt x="6668783" y="0"/>
                </a:lnTo>
                <a:lnTo>
                  <a:pt x="6668783" y="1317084"/>
                </a:lnTo>
                <a:lnTo>
                  <a:pt x="0" y="1317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15468" y="5143500"/>
            <a:ext cx="6947510" cy="3985008"/>
            <a:chOff x="0" y="0"/>
            <a:chExt cx="7981950" cy="457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06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444914" y="604520"/>
            <a:ext cx="2409526" cy="2252907"/>
          </a:xfrm>
          <a:custGeom>
            <a:avLst/>
            <a:gdLst/>
            <a:ahLst/>
            <a:cxnLst/>
            <a:rect r="r" b="b" t="t" l="l"/>
            <a:pathLst>
              <a:path h="2252907" w="2409526">
                <a:moveTo>
                  <a:pt x="0" y="0"/>
                </a:moveTo>
                <a:lnTo>
                  <a:pt x="2409526" y="0"/>
                </a:lnTo>
                <a:lnTo>
                  <a:pt x="2409526" y="2252907"/>
                </a:lnTo>
                <a:lnTo>
                  <a:pt x="0" y="22529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9250" y="9381972"/>
            <a:ext cx="640669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HorizonU Uniform Web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6658" y="499745"/>
            <a:ext cx="735131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 Solution Ideas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63244" y="5722937"/>
            <a:ext cx="561980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Website Helps?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658" y="2826067"/>
            <a:ext cx="10202496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Ho</a:t>
            </a:r>
            <a:r>
              <a:rPr lang="en-US" sz="2200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rizonU Uniform is a centralized platform designed to help the Finance Staff manage the entire uniform supply chain and distribution process. For students, the website provides easy access to uniform distribution information and a more convenient pickup process.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78599" y="6395594"/>
            <a:ext cx="8965827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Integrates uniform business process into one platform.</a:t>
            </a:r>
          </a:p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Simplifies uniform distribution announcements and pickup notifications.</a:t>
            </a:r>
          </a:p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Supports growing student data volumes to minimize performance issues encountered with Excel.</a:t>
            </a:r>
          </a:p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Automatically generates QR codes based on student identities.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8083" y="2212023"/>
            <a:ext cx="583188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HorizonU Uniform?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051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8763159" y="20412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9289058" y="38146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289058" y="5591284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8763159" y="7367965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905455" y="2656032"/>
            <a:ext cx="373607" cy="37360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98051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0481" y="1806091"/>
            <a:ext cx="5256971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tock Analytics Dashboard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0481" y="2302577"/>
            <a:ext cx="7057242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6"/>
              </a:lnSpc>
              <a:spcBef>
                <a:spcPct val="0"/>
              </a:spcBef>
            </a:pP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Monitor uniform s</a:t>
            </a: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tock levels and identify minimum, low, and high stock conditions to support better inventory decisions.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-1898322">
            <a:off x="-2376992" y="7169257"/>
            <a:ext cx="7502245" cy="7521047"/>
          </a:xfrm>
          <a:custGeom>
            <a:avLst/>
            <a:gdLst/>
            <a:ahLst/>
            <a:cxnLst/>
            <a:rect r="r" b="b" t="t" l="l"/>
            <a:pathLst>
              <a:path h="7521047" w="7502245">
                <a:moveTo>
                  <a:pt x="7502244" y="0"/>
                </a:moveTo>
                <a:lnTo>
                  <a:pt x="0" y="0"/>
                </a:lnTo>
                <a:lnTo>
                  <a:pt x="0" y="7521048"/>
                </a:lnTo>
                <a:lnTo>
                  <a:pt x="7502244" y="7521048"/>
                </a:lnTo>
                <a:lnTo>
                  <a:pt x="750224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97985" y="3881278"/>
            <a:ext cx="652081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Key Features of HorizonU Uniform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720889" y="1482692"/>
            <a:ext cx="1237500" cy="1575521"/>
          </a:xfrm>
          <a:custGeom>
            <a:avLst/>
            <a:gdLst/>
            <a:ahLst/>
            <a:cxnLst/>
            <a:rect r="r" b="b" t="t" l="l"/>
            <a:pathLst>
              <a:path h="1575521" w="1237500">
                <a:moveTo>
                  <a:pt x="0" y="0"/>
                </a:moveTo>
                <a:lnTo>
                  <a:pt x="1237501" y="0"/>
                </a:lnTo>
                <a:lnTo>
                  <a:pt x="1237501" y="1575522"/>
                </a:lnTo>
                <a:lnTo>
                  <a:pt x="0" y="15755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816546" y="3579491"/>
            <a:ext cx="6201376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</a:t>
            </a: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 &amp; Entitlement Management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6546" y="4075977"/>
            <a:ext cx="7471454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6"/>
              </a:lnSpc>
              <a:spcBef>
                <a:spcPct val="0"/>
              </a:spcBef>
            </a:pP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Manage student and uniform data </a:t>
            </a: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through master data, data imports &amp; defining each student's uniform entitlements.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87971" y="5438437"/>
            <a:ext cx="7057242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</a:t>
            </a: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&amp; Announcement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87971" y="5934923"/>
            <a:ext cx="7057242" cy="54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6"/>
              </a:lnSpc>
              <a:spcBef>
                <a:spcPct val="0"/>
              </a:spcBef>
            </a:pP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Create uniform dis</a:t>
            </a: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tribution and size-change events, while simplifying announcements to students.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0481" y="7218578"/>
            <a:ext cx="5760889" cy="401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5"/>
              </a:lnSpc>
              <a:spcBef>
                <a:spcPct val="0"/>
              </a:spcBef>
            </a:pP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QR C</a:t>
            </a:r>
            <a:r>
              <a:rPr lang="en-US" b="true" sz="27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ode &amp; Pickup Validation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0481" y="7715064"/>
            <a:ext cx="7057242" cy="80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6"/>
              </a:lnSpc>
              <a:spcBef>
                <a:spcPct val="0"/>
              </a:spcBef>
            </a:pP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Automa</a:t>
            </a:r>
            <a:r>
              <a:rPr lang="en-US" sz="180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tically generate QR codes based on student identities to verify identities and uniform entitlements during pickup through scanning.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55377" y="5717753"/>
            <a:ext cx="319712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(Finance Dashboard)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6568704" y="-1125996"/>
            <a:ext cx="2223330" cy="2251992"/>
          </a:xfrm>
          <a:custGeom>
            <a:avLst/>
            <a:gdLst/>
            <a:ahLst/>
            <a:cxnLst/>
            <a:rect r="r" b="b" t="t" l="l"/>
            <a:pathLst>
              <a:path h="2251992" w="2223330">
                <a:moveTo>
                  <a:pt x="0" y="0"/>
                </a:moveTo>
                <a:lnTo>
                  <a:pt x="2223330" y="0"/>
                </a:lnTo>
                <a:lnTo>
                  <a:pt x="2223330" y="2251992"/>
                </a:lnTo>
                <a:lnTo>
                  <a:pt x="0" y="22519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893" r="0" b="-819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36575" y="3457575"/>
            <a:ext cx="10214850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</a:t>
            </a:r>
          </a:p>
          <a:p>
            <a:pPr algn="ctr" marL="0" indent="0" lvl="0">
              <a:lnSpc>
                <a:spcPts val="1320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80038" y="2675029"/>
            <a:ext cx="10527924" cy="4936941"/>
            <a:chOff x="0" y="0"/>
            <a:chExt cx="3318773" cy="1556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8773" cy="1556298"/>
            </a:xfrm>
            <a:custGeom>
              <a:avLst/>
              <a:gdLst/>
              <a:ahLst/>
              <a:cxnLst/>
              <a:rect r="r" b="b" t="t" l="l"/>
              <a:pathLst>
                <a:path h="1556298" w="3318773">
                  <a:moveTo>
                    <a:pt x="0" y="0"/>
                  </a:moveTo>
                  <a:lnTo>
                    <a:pt x="3318773" y="0"/>
                  </a:lnTo>
                  <a:lnTo>
                    <a:pt x="3318773" y="1556298"/>
                  </a:lnTo>
                  <a:lnTo>
                    <a:pt x="0" y="1556298"/>
                  </a:lnTo>
                  <a:close/>
                </a:path>
              </a:pathLst>
            </a:custGeom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18773" cy="1603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893" r="0" b="-819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3517" y="3457575"/>
            <a:ext cx="11960966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0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 or Feedback?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3299669" y="5075791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-3784911" y="-3899454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00591" y="4354503"/>
            <a:ext cx="7286818" cy="157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DAHX9ZT_n58</dc:identifier>
  <dcterms:modified xsi:type="dcterms:W3CDTF">2011-08-01T06:04:30Z</dcterms:modified>
  <cp:revision>1</cp:revision>
  <dc:title>Business Web Solution - Pitch Deck</dc:title>
</cp:coreProperties>
</file>